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Poppins"/>
      <p:regular r:id="rId19"/>
      <p:bold r:id="rId20"/>
      <p:italic r:id="rId21"/>
      <p:boldItalic r:id="rId22"/>
    </p:embeddedFont>
    <p:embeddedFont>
      <p:font typeface="Poppins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022">
          <p15:clr>
            <a:srgbClr val="747775"/>
          </p15:clr>
        </p15:guide>
        <p15:guide id="2" pos="432">
          <p15:clr>
            <a:srgbClr val="747775"/>
          </p15:clr>
        </p15:guide>
        <p15:guide id="3" orient="horz" pos="253">
          <p15:clr>
            <a:srgbClr val="747775"/>
          </p15:clr>
        </p15:guide>
        <p15:guide id="4" orient="horz" pos="710">
          <p15:clr>
            <a:srgbClr val="747775"/>
          </p15:clr>
        </p15:guide>
        <p15:guide id="5" pos="5472">
          <p15:clr>
            <a:srgbClr val="747775"/>
          </p15:clr>
        </p15:guide>
        <p15:guide id="6" orient="horz" pos="3065">
          <p15:clr>
            <a:srgbClr val="747775"/>
          </p15:clr>
        </p15:guide>
        <p15:guide id="7" orient="horz" pos="361">
          <p15:clr>
            <a:srgbClr val="747775"/>
          </p15:clr>
        </p15:guide>
        <p15:guide id="8" pos="2880">
          <p15:clr>
            <a:srgbClr val="747775"/>
          </p15:clr>
        </p15:guide>
        <p15:guide id="9" pos="3750">
          <p15:clr>
            <a:srgbClr val="747775"/>
          </p15:clr>
        </p15:guide>
        <p15:guide id="10" pos="4609">
          <p15:clr>
            <a:srgbClr val="747775"/>
          </p15:clr>
        </p15:guide>
        <p15:guide id="11" pos="432">
          <p15:clr>
            <a:srgbClr val="747775"/>
          </p15:clr>
        </p15:guide>
        <p15:guide id="12" orient="horz" pos="2016">
          <p15:clr>
            <a:srgbClr val="747775"/>
          </p15:clr>
        </p15:guide>
        <p15:guide id="13" orient="horz" pos="1919">
          <p15:clr>
            <a:srgbClr val="747775"/>
          </p15:clr>
        </p15:guide>
        <p15:guide id="14" pos="1728">
          <p15:clr>
            <a:srgbClr val="747775"/>
          </p15:clr>
        </p15:guide>
        <p15:guide id="15" orient="horz" pos="61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022"/>
        <p:guide pos="432"/>
        <p:guide pos="253" orient="horz"/>
        <p:guide pos="710" orient="horz"/>
        <p:guide pos="5472"/>
        <p:guide pos="3065" orient="horz"/>
        <p:guide pos="361" orient="horz"/>
        <p:guide pos="2880"/>
        <p:guide pos="3750"/>
        <p:guide pos="4609"/>
        <p:guide pos="432"/>
        <p:guide pos="2016" orient="horz"/>
        <p:guide pos="1919" orient="horz"/>
        <p:guide pos="1728"/>
        <p:guide pos="61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22" Type="http://schemas.openxmlformats.org/officeDocument/2006/relationships/font" Target="fonts/Poppins-boldItalic.fntdata"/><Relationship Id="rId21" Type="http://schemas.openxmlformats.org/officeDocument/2006/relationships/font" Target="fonts/Poppins-italic.fntdata"/><Relationship Id="rId24" Type="http://schemas.openxmlformats.org/officeDocument/2006/relationships/font" Target="fonts/PoppinsMedium-bold.fntdata"/><Relationship Id="rId23" Type="http://schemas.openxmlformats.org/officeDocument/2006/relationships/font" Target="fonts/Poppins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Medium-boldItalic.fntdata"/><Relationship Id="rId25" Type="http://schemas.openxmlformats.org/officeDocument/2006/relationships/font" Target="fonts/Poppins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oppins-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e635ef63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be635ef6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cde7da49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bcde7da49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Background of customer</a:t>
            </a:r>
            <a:endParaRPr b="1"/>
          </a:p>
          <a:p>
            <a:pPr indent="0" lvl="0" marL="0" rtl="0" algn="l">
              <a:spcBef>
                <a:spcPts val="0"/>
              </a:spcBef>
              <a:spcAft>
                <a:spcPts val="0"/>
              </a:spcAft>
              <a:buNone/>
            </a:pPr>
            <a:r>
              <a:t/>
            </a:r>
            <a:endParaRPr b="1"/>
          </a:p>
          <a:p>
            <a:pPr indent="-298450" lvl="0" marL="457200" rtl="0" algn="l">
              <a:spcBef>
                <a:spcPts val="0"/>
              </a:spcBef>
              <a:spcAft>
                <a:spcPts val="0"/>
              </a:spcAft>
              <a:buSzPts val="1100"/>
              <a:buChar char="-"/>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Summary of partnership</a:t>
            </a:r>
            <a:endParaRPr b="1"/>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1cf7523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b1cf75234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t>Seller script here &gt;</a:t>
            </a:r>
            <a:endParaRPr b="1"/>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bcde7da49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bcde7da49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Seller script here &gt;</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be635ef63c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be635ef63c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Seller script here &gt;</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be635ef63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be635ef63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Visualize the workday (tech vendor) vs workato pieces…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bcde7da49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bcde7da49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be635ef63c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be635ef63c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c985d629f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c985d629f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c985d629f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c985d629f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c985d629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c985d629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c985d629f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c985d629f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c985d629f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c985d629f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1">
  <p:cSld name="SECTION_HEADER_1_1">
    <p:spTree>
      <p:nvGrpSpPr>
        <p:cNvPr id="50" name="Shape 50"/>
        <p:cNvGrpSpPr/>
        <p:nvPr/>
      </p:nvGrpSpPr>
      <p:grpSpPr>
        <a:xfrm>
          <a:off x="0" y="0"/>
          <a:ext cx="0" cy="0"/>
          <a:chOff x="0" y="0"/>
          <a:chExt cx="0" cy="0"/>
        </a:xfrm>
      </p:grpSpPr>
      <p:sp>
        <p:nvSpPr>
          <p:cNvPr id="51" name="Google Shape;51;p13"/>
          <p:cNvSpPr/>
          <p:nvPr/>
        </p:nvSpPr>
        <p:spPr>
          <a:xfrm>
            <a:off x="0" y="0"/>
            <a:ext cx="9171000" cy="5152500"/>
          </a:xfrm>
          <a:prstGeom prst="rect">
            <a:avLst/>
          </a:prstGeom>
          <a:solidFill>
            <a:srgbClr val="1C1B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3"/>
          <p:cNvSpPr txBox="1"/>
          <p:nvPr>
            <p:ph type="title"/>
          </p:nvPr>
        </p:nvSpPr>
        <p:spPr>
          <a:xfrm>
            <a:off x="311700" y="2043825"/>
            <a:ext cx="8520600" cy="841800"/>
          </a:xfrm>
          <a:prstGeom prst="rect">
            <a:avLst/>
          </a:prstGeom>
          <a:noFill/>
          <a:ln>
            <a:noFill/>
          </a:ln>
        </p:spPr>
        <p:txBody>
          <a:bodyPr anchorCtr="0" anchor="ctr" bIns="0" lIns="0" spcFirstLastPara="1" rIns="91425" wrap="square" tIns="0">
            <a:noAutofit/>
          </a:bodyPr>
          <a:lstStyle>
            <a:lvl1pPr lvl="0" rtl="0" algn="ctr">
              <a:lnSpc>
                <a:spcPct val="100000"/>
              </a:lnSpc>
              <a:spcBef>
                <a:spcPts val="0"/>
              </a:spcBef>
              <a:spcAft>
                <a:spcPts val="0"/>
              </a:spcAft>
              <a:buClr>
                <a:srgbClr val="67EADD"/>
              </a:buClr>
              <a:buSzPts val="3600"/>
              <a:buFont typeface="Poppins"/>
              <a:buNone/>
              <a:defRPr sz="3600">
                <a:solidFill>
                  <a:srgbClr val="67EADD"/>
                </a:solidFill>
                <a:latin typeface="Poppins"/>
                <a:ea typeface="Poppins"/>
                <a:cs typeface="Poppins"/>
                <a:sym typeface="Poppins"/>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53" name="Google Shape;53;p13"/>
          <p:cNvSpPr txBox="1"/>
          <p:nvPr>
            <p:ph idx="12" type="sldNum"/>
          </p:nvPr>
        </p:nvSpPr>
        <p:spPr>
          <a:xfrm>
            <a:off x="8340628" y="4578692"/>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p:cSld name="TITLE_ONLY_1">
    <p:spTree>
      <p:nvGrpSpPr>
        <p:cNvPr id="54" name="Shape 54"/>
        <p:cNvGrpSpPr/>
        <p:nvPr/>
      </p:nvGrpSpPr>
      <p:grpSpPr>
        <a:xfrm>
          <a:off x="0" y="0"/>
          <a:ext cx="0" cy="0"/>
          <a:chOff x="0" y="0"/>
          <a:chExt cx="0" cy="0"/>
        </a:xfrm>
      </p:grpSpPr>
      <p:sp>
        <p:nvSpPr>
          <p:cNvPr id="55" name="Google Shape;55;p14"/>
          <p:cNvSpPr txBox="1"/>
          <p:nvPr>
            <p:ph idx="12" type="sldNum"/>
          </p:nvPr>
        </p:nvSpPr>
        <p:spPr>
          <a:xfrm>
            <a:off x="8340628" y="4578692"/>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14"/>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3600">
              <a:solidFill>
                <a:schemeClr val="dk1"/>
              </a:solidFill>
              <a:latin typeface="Poppins"/>
              <a:ea typeface="Poppins"/>
              <a:cs typeface="Poppins"/>
              <a:sym typeface="Poppins"/>
            </a:endParaRPr>
          </a:p>
        </p:txBody>
      </p:sp>
      <p:sp>
        <p:nvSpPr>
          <p:cNvPr id="57" name="Google Shape;57;p14"/>
          <p:cNvSpPr txBox="1"/>
          <p:nvPr>
            <p:ph idx="2" type="sldNum"/>
          </p:nvPr>
        </p:nvSpPr>
        <p:spPr>
          <a:xfrm>
            <a:off x="8340628" y="4578692"/>
            <a:ext cx="548700" cy="393600"/>
          </a:xfrm>
          <a:prstGeom prst="rect">
            <a:avLst/>
          </a:prstGeom>
        </p:spPr>
        <p:txBody>
          <a:bodyPr anchorCtr="0" anchor="ctr" bIns="91425" lIns="91425" spcFirstLastPara="1" rIns="91425" wrap="square" tIns="91425">
            <a:normAutofit/>
          </a:bodyPr>
          <a:lstStyle>
            <a:lvl1pPr lvl="0" rtl="0">
              <a:buNone/>
              <a:defRPr>
                <a:solidFill>
                  <a:srgbClr val="686868"/>
                </a:solidFill>
              </a:defRPr>
            </a:lvl1pPr>
            <a:lvl2pPr lvl="1" rtl="0">
              <a:buNone/>
              <a:defRPr>
                <a:solidFill>
                  <a:srgbClr val="686868"/>
                </a:solidFill>
              </a:defRPr>
            </a:lvl2pPr>
            <a:lvl3pPr lvl="2" rtl="0">
              <a:buNone/>
              <a:defRPr>
                <a:solidFill>
                  <a:srgbClr val="686868"/>
                </a:solidFill>
              </a:defRPr>
            </a:lvl3pPr>
            <a:lvl4pPr lvl="3" rtl="0">
              <a:buNone/>
              <a:defRPr>
                <a:solidFill>
                  <a:srgbClr val="686868"/>
                </a:solidFill>
              </a:defRPr>
            </a:lvl4pPr>
            <a:lvl5pPr lvl="4" rtl="0">
              <a:buNone/>
              <a:defRPr>
                <a:solidFill>
                  <a:srgbClr val="686868"/>
                </a:solidFill>
              </a:defRPr>
            </a:lvl5pPr>
            <a:lvl6pPr lvl="5" rtl="0">
              <a:buNone/>
              <a:defRPr>
                <a:solidFill>
                  <a:srgbClr val="686868"/>
                </a:solidFill>
              </a:defRPr>
            </a:lvl6pPr>
            <a:lvl7pPr lvl="6" rtl="0">
              <a:buNone/>
              <a:defRPr>
                <a:solidFill>
                  <a:srgbClr val="686868"/>
                </a:solidFill>
              </a:defRPr>
            </a:lvl7pPr>
            <a:lvl8pPr lvl="7" rtl="0">
              <a:buNone/>
              <a:defRPr>
                <a:solidFill>
                  <a:srgbClr val="686868"/>
                </a:solidFill>
              </a:defRPr>
            </a:lvl8pPr>
            <a:lvl9pPr lvl="8" rtl="0">
              <a:buNone/>
              <a:defRPr>
                <a:solidFill>
                  <a:srgbClr val="686868"/>
                </a:solidFill>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14"/>
          <p:cNvSpPr txBox="1"/>
          <p:nvPr/>
        </p:nvSpPr>
        <p:spPr>
          <a:xfrm>
            <a:off x="5838575" y="4616550"/>
            <a:ext cx="28083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686868"/>
                </a:solidFill>
                <a:latin typeface="Poppins"/>
                <a:ea typeface="Poppins"/>
                <a:cs typeface="Poppins"/>
                <a:sym typeface="Poppins"/>
              </a:rPr>
              <a:t>Workato Proprietary and Confidential</a:t>
            </a:r>
            <a:endParaRPr sz="900">
              <a:solidFill>
                <a:srgbClr val="686868"/>
              </a:solidFill>
              <a:latin typeface="Poppins"/>
              <a:ea typeface="Poppins"/>
              <a:cs typeface="Poppins"/>
              <a:sym typeface="Poppi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1">
  <p:cSld name="TITLE_ONLY_2">
    <p:spTree>
      <p:nvGrpSpPr>
        <p:cNvPr id="59" name="Shape 59"/>
        <p:cNvGrpSpPr/>
        <p:nvPr/>
      </p:nvGrpSpPr>
      <p:grpSpPr>
        <a:xfrm>
          <a:off x="0" y="0"/>
          <a:ext cx="0" cy="0"/>
          <a:chOff x="0" y="0"/>
          <a:chExt cx="0" cy="0"/>
        </a:xfrm>
      </p:grpSpPr>
      <p:sp>
        <p:nvSpPr>
          <p:cNvPr id="60" name="Google Shape;60;p15"/>
          <p:cNvSpPr txBox="1"/>
          <p:nvPr>
            <p:ph idx="12" type="sldNum"/>
          </p:nvPr>
        </p:nvSpPr>
        <p:spPr>
          <a:xfrm>
            <a:off x="8340628" y="4578692"/>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5"/>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3600">
              <a:solidFill>
                <a:schemeClr val="dk1"/>
              </a:solidFill>
              <a:latin typeface="Poppins"/>
              <a:ea typeface="Poppins"/>
              <a:cs typeface="Poppins"/>
              <a:sym typeface="Poppins"/>
            </a:endParaRPr>
          </a:p>
        </p:txBody>
      </p:sp>
      <p:sp>
        <p:nvSpPr>
          <p:cNvPr id="62" name="Google Shape;62;p15"/>
          <p:cNvSpPr txBox="1"/>
          <p:nvPr>
            <p:ph idx="2" type="sldNum"/>
          </p:nvPr>
        </p:nvSpPr>
        <p:spPr>
          <a:xfrm>
            <a:off x="8340628" y="4578692"/>
            <a:ext cx="548700" cy="393600"/>
          </a:xfrm>
          <a:prstGeom prst="rect">
            <a:avLst/>
          </a:prstGeom>
        </p:spPr>
        <p:txBody>
          <a:bodyPr anchorCtr="0" anchor="ctr" bIns="91425" lIns="91425" spcFirstLastPara="1" rIns="91425" wrap="square" tIns="91425">
            <a:normAutofit/>
          </a:bodyPr>
          <a:lstStyle>
            <a:lvl1pPr lvl="0" rtl="0">
              <a:buNone/>
              <a:defRPr>
                <a:solidFill>
                  <a:srgbClr val="686868"/>
                </a:solidFill>
              </a:defRPr>
            </a:lvl1pPr>
            <a:lvl2pPr lvl="1" rtl="0">
              <a:buNone/>
              <a:defRPr>
                <a:solidFill>
                  <a:srgbClr val="686868"/>
                </a:solidFill>
              </a:defRPr>
            </a:lvl2pPr>
            <a:lvl3pPr lvl="2" rtl="0">
              <a:buNone/>
              <a:defRPr>
                <a:solidFill>
                  <a:srgbClr val="686868"/>
                </a:solidFill>
              </a:defRPr>
            </a:lvl3pPr>
            <a:lvl4pPr lvl="3" rtl="0">
              <a:buNone/>
              <a:defRPr>
                <a:solidFill>
                  <a:srgbClr val="686868"/>
                </a:solidFill>
              </a:defRPr>
            </a:lvl4pPr>
            <a:lvl5pPr lvl="4" rtl="0">
              <a:buNone/>
              <a:defRPr>
                <a:solidFill>
                  <a:srgbClr val="686868"/>
                </a:solidFill>
              </a:defRPr>
            </a:lvl5pPr>
            <a:lvl6pPr lvl="5" rtl="0">
              <a:buNone/>
              <a:defRPr>
                <a:solidFill>
                  <a:srgbClr val="686868"/>
                </a:solidFill>
              </a:defRPr>
            </a:lvl6pPr>
            <a:lvl7pPr lvl="6" rtl="0">
              <a:buNone/>
              <a:defRPr>
                <a:solidFill>
                  <a:srgbClr val="686868"/>
                </a:solidFill>
              </a:defRPr>
            </a:lvl7pPr>
            <a:lvl8pPr lvl="7" rtl="0">
              <a:buNone/>
              <a:defRPr>
                <a:solidFill>
                  <a:srgbClr val="686868"/>
                </a:solidFill>
              </a:defRPr>
            </a:lvl8pPr>
            <a:lvl9pPr lvl="8" rtl="0">
              <a:buNone/>
              <a:defRPr>
                <a:solidFill>
                  <a:srgbClr val="686868"/>
                </a:solidFill>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15"/>
          <p:cNvSpPr txBox="1"/>
          <p:nvPr/>
        </p:nvSpPr>
        <p:spPr>
          <a:xfrm>
            <a:off x="5838575" y="4616550"/>
            <a:ext cx="28083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686868"/>
                </a:solidFill>
                <a:latin typeface="Poppins"/>
                <a:ea typeface="Poppins"/>
                <a:cs typeface="Poppins"/>
                <a:sym typeface="Poppins"/>
              </a:rPr>
              <a:t>Workato Proprietary and Confidential</a:t>
            </a:r>
            <a:endParaRPr sz="900">
              <a:solidFill>
                <a:srgbClr val="686868"/>
              </a:solidFill>
              <a:latin typeface="Poppins"/>
              <a:ea typeface="Poppins"/>
              <a:cs typeface="Poppins"/>
              <a:sym typeface="Poppi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2">
  <p:cSld name="TITLE_ONLY_3">
    <p:spTree>
      <p:nvGrpSpPr>
        <p:cNvPr id="64" name="Shape 64"/>
        <p:cNvGrpSpPr/>
        <p:nvPr/>
      </p:nvGrpSpPr>
      <p:grpSpPr>
        <a:xfrm>
          <a:off x="0" y="0"/>
          <a:ext cx="0" cy="0"/>
          <a:chOff x="0" y="0"/>
          <a:chExt cx="0" cy="0"/>
        </a:xfrm>
      </p:grpSpPr>
      <p:sp>
        <p:nvSpPr>
          <p:cNvPr id="65" name="Google Shape;65;p16"/>
          <p:cNvSpPr txBox="1"/>
          <p:nvPr>
            <p:ph idx="12" type="sldNum"/>
          </p:nvPr>
        </p:nvSpPr>
        <p:spPr>
          <a:xfrm>
            <a:off x="8340628" y="4578692"/>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6"/>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3600">
              <a:solidFill>
                <a:schemeClr val="dk1"/>
              </a:solidFill>
              <a:latin typeface="Poppins"/>
              <a:ea typeface="Poppins"/>
              <a:cs typeface="Poppins"/>
              <a:sym typeface="Poppins"/>
            </a:endParaRPr>
          </a:p>
        </p:txBody>
      </p:sp>
      <p:sp>
        <p:nvSpPr>
          <p:cNvPr id="67" name="Google Shape;67;p16"/>
          <p:cNvSpPr txBox="1"/>
          <p:nvPr>
            <p:ph idx="2" type="sldNum"/>
          </p:nvPr>
        </p:nvSpPr>
        <p:spPr>
          <a:xfrm>
            <a:off x="8340628" y="4578692"/>
            <a:ext cx="548700" cy="393600"/>
          </a:xfrm>
          <a:prstGeom prst="rect">
            <a:avLst/>
          </a:prstGeom>
        </p:spPr>
        <p:txBody>
          <a:bodyPr anchorCtr="0" anchor="ctr" bIns="91425" lIns="91425" spcFirstLastPara="1" rIns="91425" wrap="square" tIns="91425">
            <a:normAutofit/>
          </a:bodyPr>
          <a:lstStyle>
            <a:lvl1pPr lvl="0" rtl="0">
              <a:buNone/>
              <a:defRPr>
                <a:solidFill>
                  <a:srgbClr val="686868"/>
                </a:solidFill>
              </a:defRPr>
            </a:lvl1pPr>
            <a:lvl2pPr lvl="1" rtl="0">
              <a:buNone/>
              <a:defRPr>
                <a:solidFill>
                  <a:srgbClr val="686868"/>
                </a:solidFill>
              </a:defRPr>
            </a:lvl2pPr>
            <a:lvl3pPr lvl="2" rtl="0">
              <a:buNone/>
              <a:defRPr>
                <a:solidFill>
                  <a:srgbClr val="686868"/>
                </a:solidFill>
              </a:defRPr>
            </a:lvl3pPr>
            <a:lvl4pPr lvl="3" rtl="0">
              <a:buNone/>
              <a:defRPr>
                <a:solidFill>
                  <a:srgbClr val="686868"/>
                </a:solidFill>
              </a:defRPr>
            </a:lvl4pPr>
            <a:lvl5pPr lvl="4" rtl="0">
              <a:buNone/>
              <a:defRPr>
                <a:solidFill>
                  <a:srgbClr val="686868"/>
                </a:solidFill>
              </a:defRPr>
            </a:lvl5pPr>
            <a:lvl6pPr lvl="5" rtl="0">
              <a:buNone/>
              <a:defRPr>
                <a:solidFill>
                  <a:srgbClr val="686868"/>
                </a:solidFill>
              </a:defRPr>
            </a:lvl6pPr>
            <a:lvl7pPr lvl="6" rtl="0">
              <a:buNone/>
              <a:defRPr>
                <a:solidFill>
                  <a:srgbClr val="686868"/>
                </a:solidFill>
              </a:defRPr>
            </a:lvl7pPr>
            <a:lvl8pPr lvl="7" rtl="0">
              <a:buNone/>
              <a:defRPr>
                <a:solidFill>
                  <a:srgbClr val="686868"/>
                </a:solidFill>
              </a:defRPr>
            </a:lvl8pPr>
            <a:lvl9pPr lvl="8" rtl="0">
              <a:buNone/>
              <a:defRPr>
                <a:solidFill>
                  <a:srgbClr val="686868"/>
                </a:solidFill>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6"/>
          <p:cNvSpPr txBox="1"/>
          <p:nvPr/>
        </p:nvSpPr>
        <p:spPr>
          <a:xfrm>
            <a:off x="5838575" y="4616550"/>
            <a:ext cx="28083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686868"/>
                </a:solidFill>
                <a:latin typeface="Poppins"/>
                <a:ea typeface="Poppins"/>
                <a:cs typeface="Poppins"/>
                <a:sym typeface="Poppins"/>
              </a:rPr>
              <a:t>Workato Proprietary and Confidential</a:t>
            </a:r>
            <a:endParaRPr sz="900">
              <a:solidFill>
                <a:srgbClr val="686868"/>
              </a:solidFill>
              <a:latin typeface="Poppins"/>
              <a:ea typeface="Poppins"/>
              <a:cs typeface="Poppins"/>
              <a:sym typeface="Poppi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3">
  <p:cSld name="TITLE_ONLY_4">
    <p:spTree>
      <p:nvGrpSpPr>
        <p:cNvPr id="69" name="Shape 69"/>
        <p:cNvGrpSpPr/>
        <p:nvPr/>
      </p:nvGrpSpPr>
      <p:grpSpPr>
        <a:xfrm>
          <a:off x="0" y="0"/>
          <a:ext cx="0" cy="0"/>
          <a:chOff x="0" y="0"/>
          <a:chExt cx="0" cy="0"/>
        </a:xfrm>
      </p:grpSpPr>
      <p:sp>
        <p:nvSpPr>
          <p:cNvPr id="70" name="Google Shape;70;p17"/>
          <p:cNvSpPr txBox="1"/>
          <p:nvPr>
            <p:ph idx="12" type="sldNum"/>
          </p:nvPr>
        </p:nvSpPr>
        <p:spPr>
          <a:xfrm>
            <a:off x="8340628" y="4578692"/>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7"/>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3600">
              <a:solidFill>
                <a:schemeClr val="dk1"/>
              </a:solidFill>
              <a:latin typeface="Poppins"/>
              <a:ea typeface="Poppins"/>
              <a:cs typeface="Poppins"/>
              <a:sym typeface="Poppins"/>
            </a:endParaRPr>
          </a:p>
        </p:txBody>
      </p:sp>
      <p:sp>
        <p:nvSpPr>
          <p:cNvPr id="72" name="Google Shape;72;p17"/>
          <p:cNvSpPr txBox="1"/>
          <p:nvPr>
            <p:ph idx="2" type="sldNum"/>
          </p:nvPr>
        </p:nvSpPr>
        <p:spPr>
          <a:xfrm>
            <a:off x="8340628" y="4578692"/>
            <a:ext cx="548700" cy="393600"/>
          </a:xfrm>
          <a:prstGeom prst="rect">
            <a:avLst/>
          </a:prstGeom>
        </p:spPr>
        <p:txBody>
          <a:bodyPr anchorCtr="0" anchor="ctr" bIns="91425" lIns="91425" spcFirstLastPara="1" rIns="91425" wrap="square" tIns="91425">
            <a:normAutofit/>
          </a:bodyPr>
          <a:lstStyle>
            <a:lvl1pPr lvl="0" rtl="0">
              <a:buNone/>
              <a:defRPr>
                <a:solidFill>
                  <a:srgbClr val="686868"/>
                </a:solidFill>
              </a:defRPr>
            </a:lvl1pPr>
            <a:lvl2pPr lvl="1" rtl="0">
              <a:buNone/>
              <a:defRPr>
                <a:solidFill>
                  <a:srgbClr val="686868"/>
                </a:solidFill>
              </a:defRPr>
            </a:lvl2pPr>
            <a:lvl3pPr lvl="2" rtl="0">
              <a:buNone/>
              <a:defRPr>
                <a:solidFill>
                  <a:srgbClr val="686868"/>
                </a:solidFill>
              </a:defRPr>
            </a:lvl3pPr>
            <a:lvl4pPr lvl="3" rtl="0">
              <a:buNone/>
              <a:defRPr>
                <a:solidFill>
                  <a:srgbClr val="686868"/>
                </a:solidFill>
              </a:defRPr>
            </a:lvl4pPr>
            <a:lvl5pPr lvl="4" rtl="0">
              <a:buNone/>
              <a:defRPr>
                <a:solidFill>
                  <a:srgbClr val="686868"/>
                </a:solidFill>
              </a:defRPr>
            </a:lvl5pPr>
            <a:lvl6pPr lvl="5" rtl="0">
              <a:buNone/>
              <a:defRPr>
                <a:solidFill>
                  <a:srgbClr val="686868"/>
                </a:solidFill>
              </a:defRPr>
            </a:lvl6pPr>
            <a:lvl7pPr lvl="6" rtl="0">
              <a:buNone/>
              <a:defRPr>
                <a:solidFill>
                  <a:srgbClr val="686868"/>
                </a:solidFill>
              </a:defRPr>
            </a:lvl7pPr>
            <a:lvl8pPr lvl="7" rtl="0">
              <a:buNone/>
              <a:defRPr>
                <a:solidFill>
                  <a:srgbClr val="686868"/>
                </a:solidFill>
              </a:defRPr>
            </a:lvl8pPr>
            <a:lvl9pPr lvl="8" rtl="0">
              <a:buNone/>
              <a:defRPr>
                <a:solidFill>
                  <a:srgbClr val="686868"/>
                </a:solidFill>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7"/>
          <p:cNvSpPr txBox="1"/>
          <p:nvPr/>
        </p:nvSpPr>
        <p:spPr>
          <a:xfrm>
            <a:off x="5838575" y="4616550"/>
            <a:ext cx="28083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686868"/>
                </a:solidFill>
                <a:latin typeface="Poppins"/>
                <a:ea typeface="Poppins"/>
                <a:cs typeface="Poppins"/>
                <a:sym typeface="Poppins"/>
              </a:rPr>
              <a:t>Workato Proprietary and Confidential</a:t>
            </a:r>
            <a:endParaRPr sz="900">
              <a:solidFill>
                <a:srgbClr val="686868"/>
              </a:solidFill>
              <a:latin typeface="Poppins"/>
              <a:ea typeface="Poppins"/>
              <a:cs typeface="Poppins"/>
              <a:sym typeface="Poppi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4">
  <p:cSld name="TITLE_ONLY_5">
    <p:spTree>
      <p:nvGrpSpPr>
        <p:cNvPr id="74" name="Shape 74"/>
        <p:cNvGrpSpPr/>
        <p:nvPr/>
      </p:nvGrpSpPr>
      <p:grpSpPr>
        <a:xfrm>
          <a:off x="0" y="0"/>
          <a:ext cx="0" cy="0"/>
          <a:chOff x="0" y="0"/>
          <a:chExt cx="0" cy="0"/>
        </a:xfrm>
      </p:grpSpPr>
      <p:sp>
        <p:nvSpPr>
          <p:cNvPr id="75" name="Google Shape;75;p18"/>
          <p:cNvSpPr txBox="1"/>
          <p:nvPr>
            <p:ph idx="12" type="sldNum"/>
          </p:nvPr>
        </p:nvSpPr>
        <p:spPr>
          <a:xfrm>
            <a:off x="8340628" y="4578692"/>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18"/>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3600">
              <a:solidFill>
                <a:schemeClr val="dk1"/>
              </a:solidFill>
              <a:latin typeface="Poppins"/>
              <a:ea typeface="Poppins"/>
              <a:cs typeface="Poppins"/>
              <a:sym typeface="Poppins"/>
            </a:endParaRPr>
          </a:p>
        </p:txBody>
      </p:sp>
      <p:sp>
        <p:nvSpPr>
          <p:cNvPr id="77" name="Google Shape;77;p18"/>
          <p:cNvSpPr txBox="1"/>
          <p:nvPr>
            <p:ph idx="2" type="sldNum"/>
          </p:nvPr>
        </p:nvSpPr>
        <p:spPr>
          <a:xfrm>
            <a:off x="8340628" y="4578692"/>
            <a:ext cx="548700" cy="393600"/>
          </a:xfrm>
          <a:prstGeom prst="rect">
            <a:avLst/>
          </a:prstGeom>
        </p:spPr>
        <p:txBody>
          <a:bodyPr anchorCtr="0" anchor="ctr" bIns="91425" lIns="91425" spcFirstLastPara="1" rIns="91425" wrap="square" tIns="91425">
            <a:normAutofit/>
          </a:bodyPr>
          <a:lstStyle>
            <a:lvl1pPr lvl="0" rtl="0">
              <a:buNone/>
              <a:defRPr>
                <a:solidFill>
                  <a:srgbClr val="686868"/>
                </a:solidFill>
              </a:defRPr>
            </a:lvl1pPr>
            <a:lvl2pPr lvl="1" rtl="0">
              <a:buNone/>
              <a:defRPr>
                <a:solidFill>
                  <a:srgbClr val="686868"/>
                </a:solidFill>
              </a:defRPr>
            </a:lvl2pPr>
            <a:lvl3pPr lvl="2" rtl="0">
              <a:buNone/>
              <a:defRPr>
                <a:solidFill>
                  <a:srgbClr val="686868"/>
                </a:solidFill>
              </a:defRPr>
            </a:lvl3pPr>
            <a:lvl4pPr lvl="3" rtl="0">
              <a:buNone/>
              <a:defRPr>
                <a:solidFill>
                  <a:srgbClr val="686868"/>
                </a:solidFill>
              </a:defRPr>
            </a:lvl4pPr>
            <a:lvl5pPr lvl="4" rtl="0">
              <a:buNone/>
              <a:defRPr>
                <a:solidFill>
                  <a:srgbClr val="686868"/>
                </a:solidFill>
              </a:defRPr>
            </a:lvl5pPr>
            <a:lvl6pPr lvl="5" rtl="0">
              <a:buNone/>
              <a:defRPr>
                <a:solidFill>
                  <a:srgbClr val="686868"/>
                </a:solidFill>
              </a:defRPr>
            </a:lvl6pPr>
            <a:lvl7pPr lvl="6" rtl="0">
              <a:buNone/>
              <a:defRPr>
                <a:solidFill>
                  <a:srgbClr val="686868"/>
                </a:solidFill>
              </a:defRPr>
            </a:lvl7pPr>
            <a:lvl8pPr lvl="7" rtl="0">
              <a:buNone/>
              <a:defRPr>
                <a:solidFill>
                  <a:srgbClr val="686868"/>
                </a:solidFill>
              </a:defRPr>
            </a:lvl8pPr>
            <a:lvl9pPr lvl="8" rtl="0">
              <a:buNone/>
              <a:defRPr>
                <a:solidFill>
                  <a:srgbClr val="686868"/>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8"/>
          <p:cNvSpPr txBox="1"/>
          <p:nvPr/>
        </p:nvSpPr>
        <p:spPr>
          <a:xfrm>
            <a:off x="5838575" y="4616550"/>
            <a:ext cx="28083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686868"/>
                </a:solidFill>
                <a:latin typeface="Poppins"/>
                <a:ea typeface="Poppins"/>
                <a:cs typeface="Poppins"/>
                <a:sym typeface="Poppins"/>
              </a:rPr>
              <a:t>Workato Proprietary and Confidential</a:t>
            </a:r>
            <a:endParaRPr sz="900">
              <a:solidFill>
                <a:srgbClr val="686868"/>
              </a:solidFill>
              <a:latin typeface="Poppins"/>
              <a:ea typeface="Poppins"/>
              <a:cs typeface="Poppins"/>
              <a:sym typeface="Poppi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Highlight">
  <p:cSld name="SECTION_HEADER_1_2">
    <p:bg>
      <p:bgPr>
        <a:solidFill>
          <a:schemeClr val="dk1"/>
        </a:solidFill>
      </p:bgPr>
    </p:bg>
    <p:spTree>
      <p:nvGrpSpPr>
        <p:cNvPr id="79" name="Shape 79"/>
        <p:cNvGrpSpPr/>
        <p:nvPr/>
      </p:nvGrpSpPr>
      <p:grpSpPr>
        <a:xfrm>
          <a:off x="0" y="0"/>
          <a:ext cx="0" cy="0"/>
          <a:chOff x="0" y="0"/>
          <a:chExt cx="0" cy="0"/>
        </a:xfrm>
      </p:grpSpPr>
      <p:sp>
        <p:nvSpPr>
          <p:cNvPr id="80" name="Google Shape;80;p19"/>
          <p:cNvSpPr txBox="1"/>
          <p:nvPr>
            <p:ph idx="1" type="subTitle"/>
          </p:nvPr>
        </p:nvSpPr>
        <p:spPr>
          <a:xfrm>
            <a:off x="450600" y="759225"/>
            <a:ext cx="6899400" cy="1517400"/>
          </a:xfrm>
          <a:prstGeom prst="rect">
            <a:avLst/>
          </a:prstGeom>
          <a:noFill/>
        </p:spPr>
        <p:txBody>
          <a:bodyPr anchorCtr="0" anchor="t" bIns="91425" lIns="91425" spcFirstLastPara="1" rIns="91425" wrap="square" tIns="91425">
            <a:norm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1" name="Google Shape;81;p19"/>
          <p:cNvSpPr txBox="1"/>
          <p:nvPr>
            <p:ph idx="2" type="subTitle"/>
          </p:nvPr>
        </p:nvSpPr>
        <p:spPr>
          <a:xfrm>
            <a:off x="1794150" y="3464225"/>
            <a:ext cx="5358300" cy="393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400"/>
              <a:buNone/>
              <a:defRPr sz="2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2" name="Google Shape;82;p19"/>
          <p:cNvSpPr txBox="1"/>
          <p:nvPr>
            <p:ph idx="12" type="sldNum"/>
          </p:nvPr>
        </p:nvSpPr>
        <p:spPr>
          <a:xfrm>
            <a:off x="8340628" y="4578692"/>
            <a:ext cx="548700" cy="338700"/>
          </a:xfrm>
          <a:prstGeom prst="rect">
            <a:avLst/>
          </a:prstGeom>
        </p:spPr>
        <p:txBody>
          <a:bodyPr anchorCtr="0" anchor="ctr" bIns="91425" lIns="91425" spcFirstLastPara="1" rIns="91425" wrap="square" tIns="91425">
            <a:normAutofit/>
          </a:bodyPr>
          <a:lstStyle>
            <a:lvl1pPr lvl="0" rtl="0">
              <a:buNone/>
              <a:defRPr>
                <a:solidFill>
                  <a:srgbClr val="686868"/>
                </a:solidFill>
              </a:defRPr>
            </a:lvl1pPr>
            <a:lvl2pPr lvl="1" rtl="0">
              <a:buNone/>
              <a:defRPr>
                <a:solidFill>
                  <a:srgbClr val="686868"/>
                </a:solidFill>
              </a:defRPr>
            </a:lvl2pPr>
            <a:lvl3pPr lvl="2" rtl="0">
              <a:buNone/>
              <a:defRPr>
                <a:solidFill>
                  <a:srgbClr val="686868"/>
                </a:solidFill>
              </a:defRPr>
            </a:lvl3pPr>
            <a:lvl4pPr lvl="3" rtl="0">
              <a:buNone/>
              <a:defRPr>
                <a:solidFill>
                  <a:srgbClr val="686868"/>
                </a:solidFill>
              </a:defRPr>
            </a:lvl4pPr>
            <a:lvl5pPr lvl="4" rtl="0">
              <a:buNone/>
              <a:defRPr>
                <a:solidFill>
                  <a:srgbClr val="686868"/>
                </a:solidFill>
              </a:defRPr>
            </a:lvl5pPr>
            <a:lvl6pPr lvl="5" rtl="0">
              <a:buNone/>
              <a:defRPr>
                <a:solidFill>
                  <a:srgbClr val="686868"/>
                </a:solidFill>
              </a:defRPr>
            </a:lvl6pPr>
            <a:lvl7pPr lvl="6" rtl="0">
              <a:buNone/>
              <a:defRPr>
                <a:solidFill>
                  <a:srgbClr val="686868"/>
                </a:solidFill>
              </a:defRPr>
            </a:lvl7pPr>
            <a:lvl8pPr lvl="7" rtl="0">
              <a:buNone/>
              <a:defRPr>
                <a:solidFill>
                  <a:srgbClr val="686868"/>
                </a:solidFill>
              </a:defRPr>
            </a:lvl8pPr>
            <a:lvl9pPr lvl="8" rtl="0">
              <a:buNone/>
              <a:defRPr>
                <a:solidFill>
                  <a:srgbClr val="686868"/>
                </a:solidFill>
              </a:defRPr>
            </a:lvl9pPr>
          </a:lstStyle>
          <a:p>
            <a:pPr indent="0" lvl="0" marL="0" rtl="0" algn="r">
              <a:spcBef>
                <a:spcPts val="0"/>
              </a:spcBef>
              <a:spcAft>
                <a:spcPts val="0"/>
              </a:spcAft>
              <a:buNone/>
            </a:pPr>
            <a:fld id="{00000000-1234-1234-1234-123412341234}" type="slidenum">
              <a:rPr lang="en"/>
              <a:t>‹#›</a:t>
            </a:fld>
            <a:endParaRPr/>
          </a:p>
        </p:txBody>
      </p:sp>
      <p:pic>
        <p:nvPicPr>
          <p:cNvPr id="83" name="Google Shape;83;p19"/>
          <p:cNvPicPr preferRelativeResize="0"/>
          <p:nvPr/>
        </p:nvPicPr>
        <p:blipFill>
          <a:blip r:embed="rId2">
            <a:alphaModFix/>
          </a:blip>
          <a:stretch>
            <a:fillRect/>
          </a:stretch>
        </p:blipFill>
        <p:spPr>
          <a:xfrm>
            <a:off x="375700" y="4728906"/>
            <a:ext cx="743726" cy="1187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2">
  <p:cSld name="SECTION_HEADER_2">
    <p:spTree>
      <p:nvGrpSpPr>
        <p:cNvPr id="84" name="Shape 84"/>
        <p:cNvGrpSpPr/>
        <p:nvPr/>
      </p:nvGrpSpPr>
      <p:grpSpPr>
        <a:xfrm>
          <a:off x="0" y="0"/>
          <a:ext cx="0" cy="0"/>
          <a:chOff x="0" y="0"/>
          <a:chExt cx="0" cy="0"/>
        </a:xfrm>
      </p:grpSpPr>
      <p:sp>
        <p:nvSpPr>
          <p:cNvPr id="85" name="Google Shape;85;p2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6" name="Google Shape;8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Only">
  <p:cSld name="4_Title Only">
    <p:spTree>
      <p:nvGrpSpPr>
        <p:cNvPr id="87" name="Shape 87"/>
        <p:cNvGrpSpPr/>
        <p:nvPr/>
      </p:nvGrpSpPr>
      <p:grpSpPr>
        <a:xfrm>
          <a:off x="0" y="0"/>
          <a:ext cx="0" cy="0"/>
          <a:chOff x="0" y="0"/>
          <a:chExt cx="0" cy="0"/>
        </a:xfrm>
      </p:grpSpPr>
      <p:sp>
        <p:nvSpPr>
          <p:cNvPr id="88" name="Google Shape;88;p21"/>
          <p:cNvSpPr txBox="1"/>
          <p:nvPr>
            <p:ph type="title"/>
          </p:nvPr>
        </p:nvSpPr>
        <p:spPr>
          <a:xfrm>
            <a:off x="311700" y="445025"/>
            <a:ext cx="8520600" cy="572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Highlight 1">
  <p:cSld name="SECTION_HEADER_1_3">
    <p:spTree>
      <p:nvGrpSpPr>
        <p:cNvPr id="89" name="Shape 89"/>
        <p:cNvGrpSpPr/>
        <p:nvPr/>
      </p:nvGrpSpPr>
      <p:grpSpPr>
        <a:xfrm>
          <a:off x="0" y="0"/>
          <a:ext cx="0" cy="0"/>
          <a:chOff x="0" y="0"/>
          <a:chExt cx="0" cy="0"/>
        </a:xfrm>
      </p:grpSpPr>
      <p:sp>
        <p:nvSpPr>
          <p:cNvPr id="90" name="Google Shape;90;p22"/>
          <p:cNvSpPr/>
          <p:nvPr/>
        </p:nvSpPr>
        <p:spPr>
          <a:xfrm>
            <a:off x="0" y="0"/>
            <a:ext cx="9171000" cy="5152500"/>
          </a:xfrm>
          <a:prstGeom prst="rect">
            <a:avLst/>
          </a:prstGeom>
          <a:solidFill>
            <a:srgbClr val="1C1B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2"/>
          <p:cNvSpPr txBox="1"/>
          <p:nvPr>
            <p:ph idx="1" type="subTitle"/>
          </p:nvPr>
        </p:nvSpPr>
        <p:spPr>
          <a:xfrm>
            <a:off x="450600" y="759225"/>
            <a:ext cx="6899400" cy="1517400"/>
          </a:xfrm>
          <a:prstGeom prst="rect">
            <a:avLst/>
          </a:prstGeom>
          <a:noFill/>
        </p:spPr>
        <p:txBody>
          <a:bodyPr anchorCtr="0" anchor="t" bIns="91425" lIns="91425" spcFirstLastPara="1" rIns="91425" wrap="square" tIns="91425">
            <a:normAutofit/>
          </a:bodyPr>
          <a:lstStyle>
            <a:lvl1pPr lvl="0">
              <a:spcBef>
                <a:spcPts val="0"/>
              </a:spcBef>
              <a:spcAft>
                <a:spcPts val="0"/>
              </a:spcAft>
              <a:buClr>
                <a:srgbClr val="FFFFFF"/>
              </a:buClr>
              <a:buSzPts val="3000"/>
              <a:buNone/>
              <a:defRPr sz="3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22"/>
          <p:cNvSpPr txBox="1"/>
          <p:nvPr>
            <p:ph idx="2" type="subTitle"/>
          </p:nvPr>
        </p:nvSpPr>
        <p:spPr>
          <a:xfrm>
            <a:off x="1794150" y="3464225"/>
            <a:ext cx="53583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22"/>
          <p:cNvSpPr txBox="1"/>
          <p:nvPr>
            <p:ph idx="12" type="sldNum"/>
          </p:nvPr>
        </p:nvSpPr>
        <p:spPr>
          <a:xfrm>
            <a:off x="8340628" y="4578692"/>
            <a:ext cx="548700" cy="393600"/>
          </a:xfrm>
          <a:prstGeom prst="rect">
            <a:avLst/>
          </a:prstGeom>
        </p:spPr>
        <p:txBody>
          <a:bodyPr anchorCtr="0" anchor="ctr" bIns="91425" lIns="91425" spcFirstLastPara="1" rIns="91425" wrap="square" tIns="91425">
            <a:normAutofit/>
          </a:bodyPr>
          <a:lstStyle>
            <a:lvl1pPr lvl="0">
              <a:buNone/>
              <a:defRPr>
                <a:solidFill>
                  <a:srgbClr val="686868"/>
                </a:solidFill>
              </a:defRPr>
            </a:lvl1pPr>
            <a:lvl2pPr lvl="1">
              <a:buNone/>
              <a:defRPr>
                <a:solidFill>
                  <a:srgbClr val="686868"/>
                </a:solidFill>
              </a:defRPr>
            </a:lvl2pPr>
            <a:lvl3pPr lvl="2">
              <a:buNone/>
              <a:defRPr>
                <a:solidFill>
                  <a:srgbClr val="686868"/>
                </a:solidFill>
              </a:defRPr>
            </a:lvl3pPr>
            <a:lvl4pPr lvl="3">
              <a:buNone/>
              <a:defRPr>
                <a:solidFill>
                  <a:srgbClr val="686868"/>
                </a:solidFill>
              </a:defRPr>
            </a:lvl4pPr>
            <a:lvl5pPr lvl="4">
              <a:buNone/>
              <a:defRPr>
                <a:solidFill>
                  <a:srgbClr val="686868"/>
                </a:solidFill>
              </a:defRPr>
            </a:lvl5pPr>
            <a:lvl6pPr lvl="5">
              <a:buNone/>
              <a:defRPr>
                <a:solidFill>
                  <a:srgbClr val="686868"/>
                </a:solidFill>
              </a:defRPr>
            </a:lvl6pPr>
            <a:lvl7pPr lvl="6">
              <a:buNone/>
              <a:defRPr>
                <a:solidFill>
                  <a:srgbClr val="686868"/>
                </a:solidFill>
              </a:defRPr>
            </a:lvl7pPr>
            <a:lvl8pPr lvl="7">
              <a:buNone/>
              <a:defRPr>
                <a:solidFill>
                  <a:srgbClr val="686868"/>
                </a:solidFill>
              </a:defRPr>
            </a:lvl8pPr>
            <a:lvl9pPr lvl="8">
              <a:buNone/>
              <a:defRPr>
                <a:solidFill>
                  <a:srgbClr val="686868"/>
                </a:solidFill>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22"/>
          <p:cNvSpPr txBox="1"/>
          <p:nvPr/>
        </p:nvSpPr>
        <p:spPr>
          <a:xfrm>
            <a:off x="5838575" y="4616550"/>
            <a:ext cx="28083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rgbClr val="686868"/>
                </a:solidFill>
                <a:latin typeface="Poppins"/>
                <a:ea typeface="Poppins"/>
                <a:cs typeface="Poppins"/>
                <a:sym typeface="Poppins"/>
              </a:rPr>
              <a:t>Workato Proprietary and Confidential</a:t>
            </a:r>
            <a:endParaRPr sz="900">
              <a:solidFill>
                <a:srgbClr val="686868"/>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_4">
    <p:spTree>
      <p:nvGrpSpPr>
        <p:cNvPr id="95" name="Shape 95"/>
        <p:cNvGrpSpPr/>
        <p:nvPr/>
      </p:nvGrpSpPr>
      <p:grpSpPr>
        <a:xfrm>
          <a:off x="0" y="0"/>
          <a:ext cx="0" cy="0"/>
          <a:chOff x="0" y="0"/>
          <a:chExt cx="0" cy="0"/>
        </a:xfrm>
      </p:grpSpPr>
      <p:pic>
        <p:nvPicPr>
          <p:cNvPr id="96" name="Google Shape;96;p23"/>
          <p:cNvPicPr preferRelativeResize="0"/>
          <p:nvPr/>
        </p:nvPicPr>
        <p:blipFill rotWithShape="1">
          <a:blip r:embed="rId2">
            <a:alphaModFix/>
          </a:blip>
          <a:srcRect b="0" l="0" r="0" t="0"/>
          <a:stretch/>
        </p:blipFill>
        <p:spPr>
          <a:xfrm>
            <a:off x="0" y="0"/>
            <a:ext cx="9144003" cy="514350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4">
  <p:cSld name="TITLE_AND_BODY_4">
    <p:spTree>
      <p:nvGrpSpPr>
        <p:cNvPr id="97" name="Shape 97"/>
        <p:cNvGrpSpPr/>
        <p:nvPr/>
      </p:nvGrpSpPr>
      <p:grpSpPr>
        <a:xfrm>
          <a:off x="0" y="0"/>
          <a:ext cx="0" cy="0"/>
          <a:chOff x="0" y="0"/>
          <a:chExt cx="0" cy="0"/>
        </a:xfrm>
      </p:grpSpPr>
      <p:sp>
        <p:nvSpPr>
          <p:cNvPr id="98" name="Google Shape;98;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9" name="Google Shape;9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0" name="Google Shape;100;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4_1">
  <p:cSld name="TITLE_AND_BODY_4_1">
    <p:spTree>
      <p:nvGrpSpPr>
        <p:cNvPr id="101" name="Shape 101"/>
        <p:cNvGrpSpPr/>
        <p:nvPr/>
      </p:nvGrpSpPr>
      <p:grpSpPr>
        <a:xfrm>
          <a:off x="0" y="0"/>
          <a:ext cx="0" cy="0"/>
          <a:chOff x="0" y="0"/>
          <a:chExt cx="0" cy="0"/>
        </a:xfrm>
      </p:grpSpPr>
      <p:sp>
        <p:nvSpPr>
          <p:cNvPr id="102" name="Google Shape;102;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3" name="Google Shape;103;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4" name="Google Shape;104;p25"/>
          <p:cNvSpPr txBox="1"/>
          <p:nvPr>
            <p:ph idx="12" type="sldNum"/>
          </p:nvPr>
        </p:nvSpPr>
        <p:spPr>
          <a:xfrm>
            <a:off x="8472458" y="4663217"/>
            <a:ext cx="548700" cy="338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Story Overview with Image">
  <p:cSld name="CAPTION_ONLY_1">
    <p:bg>
      <p:bgPr>
        <a:gradFill>
          <a:gsLst>
            <a:gs pos="0">
              <a:srgbClr val="DDFFFC"/>
            </a:gs>
            <a:gs pos="100000">
              <a:srgbClr val="36DBCB"/>
            </a:gs>
          </a:gsLst>
          <a:lin ang="18900732" scaled="0"/>
        </a:gradFill>
      </p:bgPr>
    </p:bg>
    <p:spTree>
      <p:nvGrpSpPr>
        <p:cNvPr id="105" name="Shape 105"/>
        <p:cNvGrpSpPr/>
        <p:nvPr/>
      </p:nvGrpSpPr>
      <p:grpSpPr>
        <a:xfrm>
          <a:off x="0" y="0"/>
          <a:ext cx="0" cy="0"/>
          <a:chOff x="0" y="0"/>
          <a:chExt cx="0" cy="0"/>
        </a:xfrm>
      </p:grpSpPr>
      <p:sp>
        <p:nvSpPr>
          <p:cNvPr id="106" name="Google Shape;106;p26"/>
          <p:cNvSpPr/>
          <p:nvPr/>
        </p:nvSpPr>
        <p:spPr>
          <a:xfrm rot="-5400000">
            <a:off x="-228798" y="218883"/>
            <a:ext cx="5149440" cy="4691844"/>
          </a:xfrm>
          <a:prstGeom prst="flowChartDocument">
            <a:avLst/>
          </a:prstGeom>
          <a:gradFill>
            <a:gsLst>
              <a:gs pos="0">
                <a:srgbClr val="DDFFFC"/>
              </a:gs>
              <a:gs pos="100000">
                <a:srgbClr val="36DBCB"/>
              </a:gs>
            </a:gsLst>
            <a:lin ang="18900044"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07" name="Google Shape;107;p26"/>
          <p:cNvSpPr txBox="1"/>
          <p:nvPr/>
        </p:nvSpPr>
        <p:spPr>
          <a:xfrm>
            <a:off x="350275" y="1585775"/>
            <a:ext cx="987000" cy="24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111010"/>
                </a:solidFill>
                <a:latin typeface="Poppins"/>
                <a:ea typeface="Poppins"/>
                <a:cs typeface="Poppins"/>
                <a:sym typeface="Poppins"/>
              </a:rPr>
              <a:t>Challenge</a:t>
            </a:r>
            <a:endParaRPr b="1">
              <a:solidFill>
                <a:srgbClr val="111010"/>
              </a:solidFill>
              <a:latin typeface="Poppins"/>
              <a:ea typeface="Poppins"/>
              <a:cs typeface="Poppins"/>
              <a:sym typeface="Poppins"/>
            </a:endParaRPr>
          </a:p>
        </p:txBody>
      </p:sp>
      <p:cxnSp>
        <p:nvCxnSpPr>
          <p:cNvPr id="108" name="Google Shape;108;p26"/>
          <p:cNvCxnSpPr/>
          <p:nvPr/>
        </p:nvCxnSpPr>
        <p:spPr>
          <a:xfrm>
            <a:off x="-9228" y="1353225"/>
            <a:ext cx="9162600" cy="18300"/>
          </a:xfrm>
          <a:prstGeom prst="straightConnector1">
            <a:avLst/>
          </a:prstGeom>
          <a:noFill/>
          <a:ln cap="flat" cmpd="sng" w="9525">
            <a:solidFill>
              <a:srgbClr val="DDFFFC"/>
            </a:solidFill>
            <a:prstDash val="solid"/>
            <a:round/>
            <a:headEnd len="med" w="med" type="none"/>
            <a:tailEnd len="med" w="med" type="none"/>
          </a:ln>
        </p:spPr>
      </p:cxnSp>
      <p:sp>
        <p:nvSpPr>
          <p:cNvPr id="109" name="Google Shape;109;p26"/>
          <p:cNvSpPr txBox="1"/>
          <p:nvPr/>
        </p:nvSpPr>
        <p:spPr>
          <a:xfrm>
            <a:off x="350275" y="2885517"/>
            <a:ext cx="829800" cy="24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111010"/>
                </a:solidFill>
                <a:latin typeface="Poppins"/>
                <a:ea typeface="Poppins"/>
                <a:cs typeface="Poppins"/>
                <a:sym typeface="Poppins"/>
              </a:rPr>
              <a:t>Solution</a:t>
            </a:r>
            <a:endParaRPr b="1">
              <a:solidFill>
                <a:srgbClr val="111010"/>
              </a:solidFill>
              <a:latin typeface="Poppins"/>
              <a:ea typeface="Poppins"/>
              <a:cs typeface="Poppins"/>
              <a:sym typeface="Poppins"/>
            </a:endParaRPr>
          </a:p>
        </p:txBody>
      </p:sp>
      <p:sp>
        <p:nvSpPr>
          <p:cNvPr id="110" name="Google Shape;110;p26"/>
          <p:cNvSpPr txBox="1"/>
          <p:nvPr>
            <p:ph idx="1" type="body"/>
          </p:nvPr>
        </p:nvSpPr>
        <p:spPr>
          <a:xfrm>
            <a:off x="350275" y="1855350"/>
            <a:ext cx="2951700" cy="84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6"/>
          <p:cNvSpPr txBox="1"/>
          <p:nvPr>
            <p:ph idx="2" type="body"/>
          </p:nvPr>
        </p:nvSpPr>
        <p:spPr>
          <a:xfrm>
            <a:off x="350275" y="3183674"/>
            <a:ext cx="2951700" cy="84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2" name="Google Shape;112;p26"/>
          <p:cNvSpPr/>
          <p:nvPr/>
        </p:nvSpPr>
        <p:spPr>
          <a:xfrm>
            <a:off x="0" y="4332225"/>
            <a:ext cx="9144000" cy="82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cxnSp>
        <p:nvCxnSpPr>
          <p:cNvPr id="113" name="Google Shape;113;p26"/>
          <p:cNvCxnSpPr/>
          <p:nvPr/>
        </p:nvCxnSpPr>
        <p:spPr>
          <a:xfrm>
            <a:off x="-9228" y="4323125"/>
            <a:ext cx="9162600" cy="18300"/>
          </a:xfrm>
          <a:prstGeom prst="straightConnector1">
            <a:avLst/>
          </a:prstGeom>
          <a:noFill/>
          <a:ln cap="flat" cmpd="sng" w="9525">
            <a:solidFill>
              <a:srgbClr val="DDFFFC"/>
            </a:solidFill>
            <a:prstDash val="solid"/>
            <a:round/>
            <a:headEnd len="med" w="med" type="none"/>
            <a:tailEnd len="med" w="med" type="none"/>
          </a:ln>
        </p:spPr>
      </p:cxnSp>
      <p:sp>
        <p:nvSpPr>
          <p:cNvPr id="114" name="Google Shape;114;p26"/>
          <p:cNvSpPr txBox="1"/>
          <p:nvPr/>
        </p:nvSpPr>
        <p:spPr>
          <a:xfrm>
            <a:off x="350275" y="266508"/>
            <a:ext cx="2028000" cy="17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chemeClr val="dk1"/>
                </a:solidFill>
                <a:latin typeface="Poppins"/>
                <a:ea typeface="Poppins"/>
                <a:cs typeface="Poppins"/>
                <a:sym typeface="Poppins"/>
              </a:rPr>
              <a:t>C U S T O M E R   S T O R Y</a:t>
            </a:r>
            <a:endParaRPr sz="1000">
              <a:solidFill>
                <a:schemeClr val="dk1"/>
              </a:solidFill>
              <a:latin typeface="Poppins"/>
              <a:ea typeface="Poppins"/>
              <a:cs typeface="Poppins"/>
              <a:sym typeface="Poppins"/>
            </a:endParaRPr>
          </a:p>
        </p:txBody>
      </p:sp>
      <p:sp>
        <p:nvSpPr>
          <p:cNvPr id="115" name="Google Shape;115;p26"/>
          <p:cNvSpPr/>
          <p:nvPr>
            <p:ph idx="3" type="pic"/>
          </p:nvPr>
        </p:nvSpPr>
        <p:spPr>
          <a:xfrm>
            <a:off x="350275" y="533833"/>
            <a:ext cx="1819800" cy="585900"/>
          </a:xfrm>
          <a:prstGeom prst="rect">
            <a:avLst/>
          </a:prstGeom>
          <a:noFill/>
          <a:ln>
            <a:noFill/>
          </a:ln>
        </p:spPr>
      </p:sp>
      <p:sp>
        <p:nvSpPr>
          <p:cNvPr id="116" name="Google Shape;116;p26"/>
          <p:cNvSpPr txBox="1"/>
          <p:nvPr>
            <p:ph idx="4" type="body"/>
          </p:nvPr>
        </p:nvSpPr>
        <p:spPr>
          <a:xfrm>
            <a:off x="350275" y="4535325"/>
            <a:ext cx="1533600" cy="414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117" name="Google Shape;117;p26"/>
          <p:cNvSpPr txBox="1"/>
          <p:nvPr>
            <p:ph idx="5" type="body"/>
          </p:nvPr>
        </p:nvSpPr>
        <p:spPr>
          <a:xfrm>
            <a:off x="3874428" y="4535325"/>
            <a:ext cx="1533600" cy="414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118" name="Google Shape;118;p26"/>
          <p:cNvSpPr txBox="1"/>
          <p:nvPr>
            <p:ph idx="6" type="body"/>
          </p:nvPr>
        </p:nvSpPr>
        <p:spPr>
          <a:xfrm>
            <a:off x="5636504" y="4535325"/>
            <a:ext cx="1533600" cy="414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119" name="Google Shape;119;p26"/>
          <p:cNvSpPr txBox="1"/>
          <p:nvPr>
            <p:ph idx="7" type="body"/>
          </p:nvPr>
        </p:nvSpPr>
        <p:spPr>
          <a:xfrm>
            <a:off x="7398580" y="4535325"/>
            <a:ext cx="1533600" cy="414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120" name="Google Shape;120;p26"/>
          <p:cNvSpPr txBox="1"/>
          <p:nvPr>
            <p:ph type="title"/>
          </p:nvPr>
        </p:nvSpPr>
        <p:spPr>
          <a:xfrm>
            <a:off x="2641575" y="270125"/>
            <a:ext cx="3528600" cy="8445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121" name="Google Shape;121;p26"/>
          <p:cNvCxnSpPr/>
          <p:nvPr/>
        </p:nvCxnSpPr>
        <p:spPr>
          <a:xfrm rot="10800000">
            <a:off x="2405825" y="284883"/>
            <a:ext cx="0" cy="848100"/>
          </a:xfrm>
          <a:prstGeom prst="straightConnector1">
            <a:avLst/>
          </a:prstGeom>
          <a:noFill/>
          <a:ln cap="flat" cmpd="sng" w="9525">
            <a:solidFill>
              <a:srgbClr val="DDFFFC"/>
            </a:solidFill>
            <a:prstDash val="solid"/>
            <a:round/>
            <a:headEnd len="med" w="med" type="none"/>
            <a:tailEnd len="med" w="med" type="none"/>
          </a:ln>
        </p:spPr>
      </p:cxnSp>
      <p:sp>
        <p:nvSpPr>
          <p:cNvPr id="122" name="Google Shape;122;p26"/>
          <p:cNvSpPr txBox="1"/>
          <p:nvPr>
            <p:ph idx="8" type="body"/>
          </p:nvPr>
        </p:nvSpPr>
        <p:spPr>
          <a:xfrm>
            <a:off x="2112351" y="4535325"/>
            <a:ext cx="1533600" cy="414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123" name="Google Shape;123;p26"/>
          <p:cNvSpPr/>
          <p:nvPr>
            <p:ph idx="9" type="pic"/>
          </p:nvPr>
        </p:nvSpPr>
        <p:spPr>
          <a:xfrm>
            <a:off x="6405925" y="-335675"/>
            <a:ext cx="3814800" cy="3814800"/>
          </a:xfrm>
          <a:prstGeom prst="ellipse">
            <a:avLst/>
          </a:prstGeom>
          <a:noFill/>
          <a:ln cap="flat" cmpd="sng" w="76200">
            <a:solidFill>
              <a:srgbClr val="DDFFFC"/>
            </a:solidFill>
            <a:prstDash val="solid"/>
            <a:round/>
            <a:headEnd len="sm" w="sm" type="none"/>
            <a:tailEnd len="sm" w="sm" type="none"/>
          </a:ln>
        </p:spPr>
      </p:sp>
      <p:sp>
        <p:nvSpPr>
          <p:cNvPr id="124" name="Google Shape;124;p26"/>
          <p:cNvSpPr txBox="1"/>
          <p:nvPr>
            <p:ph idx="13" type="body"/>
          </p:nvPr>
        </p:nvSpPr>
        <p:spPr>
          <a:xfrm>
            <a:off x="3761100" y="1598075"/>
            <a:ext cx="2483100" cy="1936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5" name="Google Shape;125;p26"/>
          <p:cNvSpPr/>
          <p:nvPr>
            <p:ph idx="14" type="pic"/>
          </p:nvPr>
        </p:nvSpPr>
        <p:spPr>
          <a:xfrm>
            <a:off x="3761100" y="3690650"/>
            <a:ext cx="476700" cy="476700"/>
          </a:xfrm>
          <a:prstGeom prst="ellipse">
            <a:avLst/>
          </a:prstGeom>
          <a:noFill/>
          <a:ln>
            <a:noFill/>
          </a:ln>
        </p:spPr>
      </p:sp>
      <p:sp>
        <p:nvSpPr>
          <p:cNvPr id="126" name="Google Shape;126;p26"/>
          <p:cNvSpPr txBox="1"/>
          <p:nvPr>
            <p:ph idx="15" type="body"/>
          </p:nvPr>
        </p:nvSpPr>
        <p:spPr>
          <a:xfrm>
            <a:off x="4385500" y="3705225"/>
            <a:ext cx="2403600" cy="241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b="1" sz="1200"/>
            </a:lvl1pPr>
            <a:lvl2pPr indent="-304800" lvl="1" marL="914400">
              <a:spcBef>
                <a:spcPts val="0"/>
              </a:spcBef>
              <a:spcAft>
                <a:spcPts val="0"/>
              </a:spcAft>
              <a:buSzPts val="1200"/>
              <a:buChar char="○"/>
              <a:defRPr b="1" sz="1200"/>
            </a:lvl2pPr>
            <a:lvl3pPr indent="-304800" lvl="2" marL="1371600">
              <a:spcBef>
                <a:spcPts val="0"/>
              </a:spcBef>
              <a:spcAft>
                <a:spcPts val="0"/>
              </a:spcAft>
              <a:buSzPts val="1200"/>
              <a:buChar char="■"/>
              <a:defRPr b="1" sz="1200"/>
            </a:lvl3pPr>
            <a:lvl4pPr indent="-304800" lvl="3" marL="1828800">
              <a:spcBef>
                <a:spcPts val="0"/>
              </a:spcBef>
              <a:spcAft>
                <a:spcPts val="0"/>
              </a:spcAft>
              <a:buSzPts val="1200"/>
              <a:buChar char="●"/>
              <a:defRPr b="1" sz="1200"/>
            </a:lvl4pPr>
            <a:lvl5pPr indent="-304800" lvl="4" marL="2286000">
              <a:spcBef>
                <a:spcPts val="0"/>
              </a:spcBef>
              <a:spcAft>
                <a:spcPts val="0"/>
              </a:spcAft>
              <a:buSzPts val="1200"/>
              <a:buChar char="○"/>
              <a:defRPr b="1" sz="1200"/>
            </a:lvl5pPr>
            <a:lvl6pPr indent="-304800" lvl="5" marL="2743200">
              <a:spcBef>
                <a:spcPts val="0"/>
              </a:spcBef>
              <a:spcAft>
                <a:spcPts val="0"/>
              </a:spcAft>
              <a:buSzPts val="1200"/>
              <a:buChar char="■"/>
              <a:defRPr b="1" sz="1200"/>
            </a:lvl6pPr>
            <a:lvl7pPr indent="-304800" lvl="6" marL="3200400">
              <a:spcBef>
                <a:spcPts val="0"/>
              </a:spcBef>
              <a:spcAft>
                <a:spcPts val="0"/>
              </a:spcAft>
              <a:buSzPts val="1200"/>
              <a:buChar char="●"/>
              <a:defRPr b="1" sz="1200"/>
            </a:lvl7pPr>
            <a:lvl8pPr indent="-304800" lvl="7" marL="3657600">
              <a:spcBef>
                <a:spcPts val="0"/>
              </a:spcBef>
              <a:spcAft>
                <a:spcPts val="0"/>
              </a:spcAft>
              <a:buSzPts val="1200"/>
              <a:buChar char="○"/>
              <a:defRPr b="1" sz="1200"/>
            </a:lvl8pPr>
            <a:lvl9pPr indent="-304800" lvl="8" marL="4114800">
              <a:spcBef>
                <a:spcPts val="0"/>
              </a:spcBef>
              <a:spcAft>
                <a:spcPts val="0"/>
              </a:spcAft>
              <a:buSzPts val="1200"/>
              <a:buChar char="■"/>
              <a:defRPr b="1" sz="1200"/>
            </a:lvl9pPr>
          </a:lstStyle>
          <a:p/>
        </p:txBody>
      </p:sp>
      <p:sp>
        <p:nvSpPr>
          <p:cNvPr id="127" name="Google Shape;127;p26"/>
          <p:cNvSpPr txBox="1"/>
          <p:nvPr>
            <p:ph idx="16" type="body"/>
          </p:nvPr>
        </p:nvSpPr>
        <p:spPr>
          <a:xfrm>
            <a:off x="4385500" y="3946425"/>
            <a:ext cx="2403600" cy="241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cxnSp>
        <p:nvCxnSpPr>
          <p:cNvPr id="128" name="Google Shape;128;p26"/>
          <p:cNvCxnSpPr/>
          <p:nvPr/>
        </p:nvCxnSpPr>
        <p:spPr>
          <a:xfrm rot="10800000">
            <a:off x="3500142" y="1610275"/>
            <a:ext cx="0" cy="2527800"/>
          </a:xfrm>
          <a:prstGeom prst="straightConnector1">
            <a:avLst/>
          </a:prstGeom>
          <a:noFill/>
          <a:ln cap="flat" cmpd="sng" w="9525">
            <a:solidFill>
              <a:srgbClr val="DDFFFC"/>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Customer Story">
  <p:cSld name="CUSTOM_5">
    <p:spTree>
      <p:nvGrpSpPr>
        <p:cNvPr id="129" name="Shape 129"/>
        <p:cNvGrpSpPr/>
        <p:nvPr/>
      </p:nvGrpSpPr>
      <p:grpSpPr>
        <a:xfrm>
          <a:off x="0" y="0"/>
          <a:ext cx="0" cy="0"/>
          <a:chOff x="0" y="0"/>
          <a:chExt cx="0" cy="0"/>
        </a:xfrm>
      </p:grpSpPr>
      <p:sp>
        <p:nvSpPr>
          <p:cNvPr id="130" name="Google Shape;130;p27"/>
          <p:cNvSpPr/>
          <p:nvPr/>
        </p:nvSpPr>
        <p:spPr>
          <a:xfrm>
            <a:off x="0" y="-9350"/>
            <a:ext cx="9153300" cy="1103400"/>
          </a:xfrm>
          <a:prstGeom prst="rect">
            <a:avLst/>
          </a:prstGeom>
          <a:gradFill>
            <a:gsLst>
              <a:gs pos="0">
                <a:srgbClr val="DDFFFC"/>
              </a:gs>
              <a:gs pos="50000">
                <a:srgbClr val="DDFFFC"/>
              </a:gs>
              <a:gs pos="100000">
                <a:srgbClr val="36DBCB"/>
              </a:gs>
            </a:gsLst>
            <a:lin ang="189007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1" name="Google Shape;131;p27"/>
          <p:cNvSpPr txBox="1"/>
          <p:nvPr>
            <p:ph type="title"/>
          </p:nvPr>
        </p:nvSpPr>
        <p:spPr>
          <a:xfrm>
            <a:off x="323744" y="445025"/>
            <a:ext cx="67923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27"/>
          <p:cNvSpPr/>
          <p:nvPr>
            <p:ph idx="2" type="pic"/>
          </p:nvPr>
        </p:nvSpPr>
        <p:spPr>
          <a:xfrm>
            <a:off x="450625" y="1659784"/>
            <a:ext cx="5079900" cy="2811900"/>
          </a:xfrm>
          <a:prstGeom prst="rect">
            <a:avLst/>
          </a:prstGeom>
          <a:solidFill>
            <a:schemeClr val="lt1"/>
          </a:solidFill>
          <a:ln>
            <a:noFill/>
          </a:ln>
        </p:spPr>
      </p:sp>
      <p:sp>
        <p:nvSpPr>
          <p:cNvPr id="133" name="Google Shape;133;p27"/>
          <p:cNvSpPr/>
          <p:nvPr>
            <p:ph idx="3" type="pic"/>
          </p:nvPr>
        </p:nvSpPr>
        <p:spPr>
          <a:xfrm>
            <a:off x="7334275" y="314325"/>
            <a:ext cx="1537800" cy="436500"/>
          </a:xfrm>
          <a:prstGeom prst="rect">
            <a:avLst/>
          </a:prstGeom>
          <a:noFill/>
          <a:ln>
            <a:noFill/>
          </a:ln>
        </p:spPr>
      </p:sp>
      <p:pic>
        <p:nvPicPr>
          <p:cNvPr id="134" name="Google Shape;134;p27"/>
          <p:cNvPicPr preferRelativeResize="0"/>
          <p:nvPr/>
        </p:nvPicPr>
        <p:blipFill>
          <a:blip r:embed="rId2">
            <a:alphaModFix/>
          </a:blip>
          <a:stretch>
            <a:fillRect/>
          </a:stretch>
        </p:blipFill>
        <p:spPr>
          <a:xfrm>
            <a:off x="264525" y="4800400"/>
            <a:ext cx="661075" cy="112200"/>
          </a:xfrm>
          <a:prstGeom prst="rect">
            <a:avLst/>
          </a:prstGeom>
          <a:noFill/>
          <a:ln>
            <a:noFill/>
          </a:ln>
        </p:spPr>
      </p:pic>
      <p:sp>
        <p:nvSpPr>
          <p:cNvPr id="135" name="Google Shape;135;p27"/>
          <p:cNvSpPr txBox="1"/>
          <p:nvPr>
            <p:ph idx="1" type="body"/>
          </p:nvPr>
        </p:nvSpPr>
        <p:spPr>
          <a:xfrm>
            <a:off x="351400" y="238125"/>
            <a:ext cx="2778000" cy="28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rgbClr val="48DDCE"/>
              </a:buClr>
              <a:buSzPts val="1200"/>
              <a:buChar char="●"/>
              <a:defRPr sz="1200">
                <a:solidFill>
                  <a:srgbClr val="48DDCE"/>
                </a:solidFill>
              </a:defRPr>
            </a:lvl1pPr>
            <a:lvl2pPr indent="-304800" lvl="1" marL="914400">
              <a:spcBef>
                <a:spcPts val="0"/>
              </a:spcBef>
              <a:spcAft>
                <a:spcPts val="0"/>
              </a:spcAft>
              <a:buClr>
                <a:srgbClr val="48DDCE"/>
              </a:buClr>
              <a:buSzPts val="1200"/>
              <a:buChar char="○"/>
              <a:defRPr sz="1200">
                <a:solidFill>
                  <a:srgbClr val="48DDCE"/>
                </a:solidFill>
              </a:defRPr>
            </a:lvl2pPr>
            <a:lvl3pPr indent="-304800" lvl="2" marL="1371600">
              <a:spcBef>
                <a:spcPts val="0"/>
              </a:spcBef>
              <a:spcAft>
                <a:spcPts val="0"/>
              </a:spcAft>
              <a:buClr>
                <a:srgbClr val="48DDCE"/>
              </a:buClr>
              <a:buSzPts val="1200"/>
              <a:buChar char="■"/>
              <a:defRPr sz="1200">
                <a:solidFill>
                  <a:srgbClr val="48DDCE"/>
                </a:solidFill>
              </a:defRPr>
            </a:lvl3pPr>
            <a:lvl4pPr indent="-304800" lvl="3" marL="1828800">
              <a:spcBef>
                <a:spcPts val="0"/>
              </a:spcBef>
              <a:spcAft>
                <a:spcPts val="0"/>
              </a:spcAft>
              <a:buClr>
                <a:srgbClr val="48DDCE"/>
              </a:buClr>
              <a:buSzPts val="1200"/>
              <a:buChar char="●"/>
              <a:defRPr sz="1200">
                <a:solidFill>
                  <a:srgbClr val="48DDCE"/>
                </a:solidFill>
              </a:defRPr>
            </a:lvl4pPr>
            <a:lvl5pPr indent="-304800" lvl="4" marL="2286000">
              <a:spcBef>
                <a:spcPts val="0"/>
              </a:spcBef>
              <a:spcAft>
                <a:spcPts val="0"/>
              </a:spcAft>
              <a:buClr>
                <a:srgbClr val="48DDCE"/>
              </a:buClr>
              <a:buSzPts val="1200"/>
              <a:buChar char="○"/>
              <a:defRPr sz="1200">
                <a:solidFill>
                  <a:srgbClr val="48DDCE"/>
                </a:solidFill>
              </a:defRPr>
            </a:lvl5pPr>
            <a:lvl6pPr indent="-304800" lvl="5" marL="2743200">
              <a:spcBef>
                <a:spcPts val="0"/>
              </a:spcBef>
              <a:spcAft>
                <a:spcPts val="0"/>
              </a:spcAft>
              <a:buClr>
                <a:srgbClr val="48DDCE"/>
              </a:buClr>
              <a:buSzPts val="1200"/>
              <a:buChar char="■"/>
              <a:defRPr sz="1200">
                <a:solidFill>
                  <a:srgbClr val="48DDCE"/>
                </a:solidFill>
              </a:defRPr>
            </a:lvl6pPr>
            <a:lvl7pPr indent="-304800" lvl="6" marL="3200400">
              <a:spcBef>
                <a:spcPts val="0"/>
              </a:spcBef>
              <a:spcAft>
                <a:spcPts val="0"/>
              </a:spcAft>
              <a:buClr>
                <a:srgbClr val="48DDCE"/>
              </a:buClr>
              <a:buSzPts val="1200"/>
              <a:buChar char="●"/>
              <a:defRPr sz="1200">
                <a:solidFill>
                  <a:srgbClr val="48DDCE"/>
                </a:solidFill>
              </a:defRPr>
            </a:lvl7pPr>
            <a:lvl8pPr indent="-304800" lvl="7" marL="3657600">
              <a:spcBef>
                <a:spcPts val="0"/>
              </a:spcBef>
              <a:spcAft>
                <a:spcPts val="0"/>
              </a:spcAft>
              <a:buClr>
                <a:srgbClr val="48DDCE"/>
              </a:buClr>
              <a:buSzPts val="1200"/>
              <a:buChar char="○"/>
              <a:defRPr sz="1200">
                <a:solidFill>
                  <a:srgbClr val="48DDCE"/>
                </a:solidFill>
              </a:defRPr>
            </a:lvl8pPr>
            <a:lvl9pPr indent="-304800" lvl="8" marL="4114800">
              <a:spcBef>
                <a:spcPts val="0"/>
              </a:spcBef>
              <a:spcAft>
                <a:spcPts val="0"/>
              </a:spcAft>
              <a:buClr>
                <a:srgbClr val="48DDCE"/>
              </a:buClr>
              <a:buSzPts val="1200"/>
              <a:buChar char="■"/>
              <a:defRPr sz="1200">
                <a:solidFill>
                  <a:srgbClr val="48DDCE"/>
                </a:solidFill>
              </a:defRPr>
            </a:lvl9pPr>
          </a:lstStyle>
          <a:p/>
        </p:txBody>
      </p:sp>
      <p:sp>
        <p:nvSpPr>
          <p:cNvPr id="136" name="Google Shape;136;p27"/>
          <p:cNvSpPr txBox="1"/>
          <p:nvPr>
            <p:ph idx="4" type="body"/>
          </p:nvPr>
        </p:nvSpPr>
        <p:spPr>
          <a:xfrm>
            <a:off x="351400" y="1206928"/>
            <a:ext cx="5288400" cy="283200"/>
          </a:xfrm>
          <a:prstGeom prst="rect">
            <a:avLst/>
          </a:prstGeom>
          <a:noFill/>
        </p:spPr>
        <p:txBody>
          <a:bodyPr anchorCtr="0" anchor="ctr" bIns="0" lIns="0" spcFirstLastPara="1" rIns="0" wrap="square" tIns="0">
            <a:noAutofit/>
          </a:bodyPr>
          <a:lstStyle>
            <a:lvl1pPr indent="-304800" lvl="0" marL="457200">
              <a:spcBef>
                <a:spcPts val="0"/>
              </a:spcBef>
              <a:spcAft>
                <a:spcPts val="0"/>
              </a:spcAft>
              <a:buClr>
                <a:srgbClr val="111010"/>
              </a:buClr>
              <a:buSzPts val="1200"/>
              <a:buChar char="●"/>
              <a:defRPr sz="1200">
                <a:solidFill>
                  <a:srgbClr val="111010"/>
                </a:solidFill>
              </a:defRPr>
            </a:lvl1pPr>
            <a:lvl2pPr indent="-304800" lvl="1" marL="914400">
              <a:spcBef>
                <a:spcPts val="0"/>
              </a:spcBef>
              <a:spcAft>
                <a:spcPts val="0"/>
              </a:spcAft>
              <a:buClr>
                <a:srgbClr val="111010"/>
              </a:buClr>
              <a:buSzPts val="1200"/>
              <a:buChar char="○"/>
              <a:defRPr sz="1200">
                <a:solidFill>
                  <a:srgbClr val="111010"/>
                </a:solidFill>
              </a:defRPr>
            </a:lvl2pPr>
            <a:lvl3pPr indent="-304800" lvl="2" marL="1371600">
              <a:spcBef>
                <a:spcPts val="0"/>
              </a:spcBef>
              <a:spcAft>
                <a:spcPts val="0"/>
              </a:spcAft>
              <a:buClr>
                <a:srgbClr val="111010"/>
              </a:buClr>
              <a:buSzPts val="1200"/>
              <a:buChar char="■"/>
              <a:defRPr sz="1200">
                <a:solidFill>
                  <a:srgbClr val="111010"/>
                </a:solidFill>
              </a:defRPr>
            </a:lvl3pPr>
            <a:lvl4pPr indent="-304800" lvl="3" marL="1828800">
              <a:spcBef>
                <a:spcPts val="0"/>
              </a:spcBef>
              <a:spcAft>
                <a:spcPts val="0"/>
              </a:spcAft>
              <a:buClr>
                <a:srgbClr val="111010"/>
              </a:buClr>
              <a:buSzPts val="1200"/>
              <a:buChar char="●"/>
              <a:defRPr sz="1200">
                <a:solidFill>
                  <a:srgbClr val="111010"/>
                </a:solidFill>
              </a:defRPr>
            </a:lvl4pPr>
            <a:lvl5pPr indent="-304800" lvl="4" marL="2286000">
              <a:spcBef>
                <a:spcPts val="0"/>
              </a:spcBef>
              <a:spcAft>
                <a:spcPts val="0"/>
              </a:spcAft>
              <a:buClr>
                <a:srgbClr val="111010"/>
              </a:buClr>
              <a:buSzPts val="1200"/>
              <a:buChar char="○"/>
              <a:defRPr sz="1200">
                <a:solidFill>
                  <a:srgbClr val="111010"/>
                </a:solidFill>
              </a:defRPr>
            </a:lvl5pPr>
            <a:lvl6pPr indent="-304800" lvl="5" marL="2743200">
              <a:spcBef>
                <a:spcPts val="0"/>
              </a:spcBef>
              <a:spcAft>
                <a:spcPts val="0"/>
              </a:spcAft>
              <a:buClr>
                <a:srgbClr val="111010"/>
              </a:buClr>
              <a:buSzPts val="1200"/>
              <a:buChar char="■"/>
              <a:defRPr sz="1200">
                <a:solidFill>
                  <a:srgbClr val="111010"/>
                </a:solidFill>
              </a:defRPr>
            </a:lvl6pPr>
            <a:lvl7pPr indent="-304800" lvl="6" marL="3200400">
              <a:spcBef>
                <a:spcPts val="0"/>
              </a:spcBef>
              <a:spcAft>
                <a:spcPts val="0"/>
              </a:spcAft>
              <a:buClr>
                <a:srgbClr val="111010"/>
              </a:buClr>
              <a:buSzPts val="1200"/>
              <a:buChar char="●"/>
              <a:defRPr sz="1200">
                <a:solidFill>
                  <a:srgbClr val="111010"/>
                </a:solidFill>
              </a:defRPr>
            </a:lvl7pPr>
            <a:lvl8pPr indent="-304800" lvl="7" marL="3657600">
              <a:spcBef>
                <a:spcPts val="0"/>
              </a:spcBef>
              <a:spcAft>
                <a:spcPts val="0"/>
              </a:spcAft>
              <a:buClr>
                <a:srgbClr val="111010"/>
              </a:buClr>
              <a:buSzPts val="1200"/>
              <a:buChar char="○"/>
              <a:defRPr sz="1200">
                <a:solidFill>
                  <a:srgbClr val="111010"/>
                </a:solidFill>
              </a:defRPr>
            </a:lvl8pPr>
            <a:lvl9pPr indent="-304800" lvl="8" marL="4114800">
              <a:spcBef>
                <a:spcPts val="0"/>
              </a:spcBef>
              <a:spcAft>
                <a:spcPts val="0"/>
              </a:spcAft>
              <a:buClr>
                <a:srgbClr val="111010"/>
              </a:buClr>
              <a:buSzPts val="1200"/>
              <a:buChar char="■"/>
              <a:defRPr sz="1200">
                <a:solidFill>
                  <a:srgbClr val="111010"/>
                </a:solidFill>
              </a:defRPr>
            </a:lvl9pPr>
          </a:lstStyle>
          <a:p/>
        </p:txBody>
      </p:sp>
      <p:sp>
        <p:nvSpPr>
          <p:cNvPr id="137" name="Google Shape;137;p27"/>
          <p:cNvSpPr txBox="1"/>
          <p:nvPr>
            <p:ph idx="5" type="body"/>
          </p:nvPr>
        </p:nvSpPr>
        <p:spPr>
          <a:xfrm>
            <a:off x="5794375" y="1206928"/>
            <a:ext cx="3077700" cy="283200"/>
          </a:xfrm>
          <a:prstGeom prst="rect">
            <a:avLst/>
          </a:prstGeom>
          <a:noFill/>
        </p:spPr>
        <p:txBody>
          <a:bodyPr anchorCtr="0" anchor="ctr" bIns="0" lIns="0" spcFirstLastPara="1" rIns="0" wrap="square" tIns="0">
            <a:noAutofit/>
          </a:bodyPr>
          <a:lstStyle>
            <a:lvl1pPr indent="-304800" lvl="0" marL="457200">
              <a:spcBef>
                <a:spcPts val="0"/>
              </a:spcBef>
              <a:spcAft>
                <a:spcPts val="0"/>
              </a:spcAft>
              <a:buClr>
                <a:srgbClr val="111010"/>
              </a:buClr>
              <a:buSzPts val="1200"/>
              <a:buChar char="●"/>
              <a:defRPr sz="1200">
                <a:solidFill>
                  <a:srgbClr val="111010"/>
                </a:solidFill>
              </a:defRPr>
            </a:lvl1pPr>
            <a:lvl2pPr indent="-304800" lvl="1" marL="914400">
              <a:spcBef>
                <a:spcPts val="0"/>
              </a:spcBef>
              <a:spcAft>
                <a:spcPts val="0"/>
              </a:spcAft>
              <a:buClr>
                <a:srgbClr val="111010"/>
              </a:buClr>
              <a:buSzPts val="1200"/>
              <a:buChar char="○"/>
              <a:defRPr sz="1200">
                <a:solidFill>
                  <a:srgbClr val="111010"/>
                </a:solidFill>
              </a:defRPr>
            </a:lvl2pPr>
            <a:lvl3pPr indent="-304800" lvl="2" marL="1371600">
              <a:spcBef>
                <a:spcPts val="0"/>
              </a:spcBef>
              <a:spcAft>
                <a:spcPts val="0"/>
              </a:spcAft>
              <a:buClr>
                <a:srgbClr val="111010"/>
              </a:buClr>
              <a:buSzPts val="1200"/>
              <a:buChar char="■"/>
              <a:defRPr sz="1200">
                <a:solidFill>
                  <a:srgbClr val="111010"/>
                </a:solidFill>
              </a:defRPr>
            </a:lvl3pPr>
            <a:lvl4pPr indent="-304800" lvl="3" marL="1828800">
              <a:spcBef>
                <a:spcPts val="0"/>
              </a:spcBef>
              <a:spcAft>
                <a:spcPts val="0"/>
              </a:spcAft>
              <a:buClr>
                <a:srgbClr val="111010"/>
              </a:buClr>
              <a:buSzPts val="1200"/>
              <a:buChar char="●"/>
              <a:defRPr sz="1200">
                <a:solidFill>
                  <a:srgbClr val="111010"/>
                </a:solidFill>
              </a:defRPr>
            </a:lvl4pPr>
            <a:lvl5pPr indent="-304800" lvl="4" marL="2286000">
              <a:spcBef>
                <a:spcPts val="0"/>
              </a:spcBef>
              <a:spcAft>
                <a:spcPts val="0"/>
              </a:spcAft>
              <a:buClr>
                <a:srgbClr val="111010"/>
              </a:buClr>
              <a:buSzPts val="1200"/>
              <a:buChar char="○"/>
              <a:defRPr sz="1200">
                <a:solidFill>
                  <a:srgbClr val="111010"/>
                </a:solidFill>
              </a:defRPr>
            </a:lvl5pPr>
            <a:lvl6pPr indent="-304800" lvl="5" marL="2743200">
              <a:spcBef>
                <a:spcPts val="0"/>
              </a:spcBef>
              <a:spcAft>
                <a:spcPts val="0"/>
              </a:spcAft>
              <a:buClr>
                <a:srgbClr val="111010"/>
              </a:buClr>
              <a:buSzPts val="1200"/>
              <a:buChar char="■"/>
              <a:defRPr sz="1200">
                <a:solidFill>
                  <a:srgbClr val="111010"/>
                </a:solidFill>
              </a:defRPr>
            </a:lvl6pPr>
            <a:lvl7pPr indent="-304800" lvl="6" marL="3200400">
              <a:spcBef>
                <a:spcPts val="0"/>
              </a:spcBef>
              <a:spcAft>
                <a:spcPts val="0"/>
              </a:spcAft>
              <a:buClr>
                <a:srgbClr val="111010"/>
              </a:buClr>
              <a:buSzPts val="1200"/>
              <a:buChar char="●"/>
              <a:defRPr sz="1200">
                <a:solidFill>
                  <a:srgbClr val="111010"/>
                </a:solidFill>
              </a:defRPr>
            </a:lvl7pPr>
            <a:lvl8pPr indent="-304800" lvl="7" marL="3657600">
              <a:spcBef>
                <a:spcPts val="0"/>
              </a:spcBef>
              <a:spcAft>
                <a:spcPts val="0"/>
              </a:spcAft>
              <a:buClr>
                <a:srgbClr val="111010"/>
              </a:buClr>
              <a:buSzPts val="1200"/>
              <a:buChar char="○"/>
              <a:defRPr sz="1200">
                <a:solidFill>
                  <a:srgbClr val="111010"/>
                </a:solidFill>
              </a:defRPr>
            </a:lvl8pPr>
            <a:lvl9pPr indent="-304800" lvl="8" marL="4114800">
              <a:spcBef>
                <a:spcPts val="0"/>
              </a:spcBef>
              <a:spcAft>
                <a:spcPts val="0"/>
              </a:spcAft>
              <a:buClr>
                <a:srgbClr val="111010"/>
              </a:buClr>
              <a:buSzPts val="1200"/>
              <a:buChar char="■"/>
              <a:defRPr sz="1200">
                <a:solidFill>
                  <a:srgbClr val="111010"/>
                </a:solidFill>
              </a:defRPr>
            </a:lvl9pPr>
          </a:lstStyle>
          <a:p/>
        </p:txBody>
      </p:sp>
      <p:sp>
        <p:nvSpPr>
          <p:cNvPr id="138" name="Google Shape;138;p27"/>
          <p:cNvSpPr/>
          <p:nvPr>
            <p:ph idx="6" type="pic"/>
          </p:nvPr>
        </p:nvSpPr>
        <p:spPr>
          <a:xfrm>
            <a:off x="5968250" y="1717000"/>
            <a:ext cx="223500" cy="223500"/>
          </a:xfrm>
          <a:prstGeom prst="rect">
            <a:avLst/>
          </a:prstGeom>
          <a:noFill/>
          <a:ln>
            <a:noFill/>
          </a:ln>
        </p:spPr>
      </p:sp>
      <p:sp>
        <p:nvSpPr>
          <p:cNvPr id="139" name="Google Shape;139;p27"/>
          <p:cNvSpPr/>
          <p:nvPr>
            <p:ph idx="7" type="pic"/>
          </p:nvPr>
        </p:nvSpPr>
        <p:spPr>
          <a:xfrm>
            <a:off x="5968250" y="2088489"/>
            <a:ext cx="223500" cy="223500"/>
          </a:xfrm>
          <a:prstGeom prst="rect">
            <a:avLst/>
          </a:prstGeom>
          <a:noFill/>
          <a:ln>
            <a:noFill/>
          </a:ln>
        </p:spPr>
      </p:sp>
      <p:sp>
        <p:nvSpPr>
          <p:cNvPr id="140" name="Google Shape;140;p27"/>
          <p:cNvSpPr/>
          <p:nvPr>
            <p:ph idx="8" type="pic"/>
          </p:nvPr>
        </p:nvSpPr>
        <p:spPr>
          <a:xfrm>
            <a:off x="5968250" y="2460003"/>
            <a:ext cx="223500" cy="223500"/>
          </a:xfrm>
          <a:prstGeom prst="rect">
            <a:avLst/>
          </a:prstGeom>
          <a:noFill/>
          <a:ln>
            <a:noFill/>
          </a:ln>
        </p:spPr>
      </p:sp>
      <p:sp>
        <p:nvSpPr>
          <p:cNvPr id="141" name="Google Shape;141;p27"/>
          <p:cNvSpPr txBox="1"/>
          <p:nvPr>
            <p:ph idx="9" type="body"/>
          </p:nvPr>
        </p:nvSpPr>
        <p:spPr>
          <a:xfrm>
            <a:off x="6304225" y="1687150"/>
            <a:ext cx="2408100" cy="283200"/>
          </a:xfrm>
          <a:prstGeom prst="rect">
            <a:avLst/>
          </a:prstGeom>
          <a:noFill/>
        </p:spPr>
        <p:txBody>
          <a:bodyPr anchorCtr="0" anchor="ctr" bIns="0" lIns="0" spcFirstLastPara="1" rIns="0" wrap="square" tIns="0">
            <a:noAutofit/>
          </a:bodyPr>
          <a:lstStyle>
            <a:lvl1pPr indent="-292100" lvl="0" marL="457200">
              <a:spcBef>
                <a:spcPts val="0"/>
              </a:spcBef>
              <a:spcAft>
                <a:spcPts val="0"/>
              </a:spcAft>
              <a:buClr>
                <a:srgbClr val="111010"/>
              </a:buClr>
              <a:buSzPts val="1000"/>
              <a:buChar char="●"/>
              <a:defRPr sz="1000">
                <a:solidFill>
                  <a:srgbClr val="111010"/>
                </a:solidFill>
              </a:defRPr>
            </a:lvl1pPr>
            <a:lvl2pPr indent="-292100" lvl="1" marL="914400">
              <a:spcBef>
                <a:spcPts val="0"/>
              </a:spcBef>
              <a:spcAft>
                <a:spcPts val="0"/>
              </a:spcAft>
              <a:buClr>
                <a:srgbClr val="111010"/>
              </a:buClr>
              <a:buSzPts val="1000"/>
              <a:buChar char="○"/>
              <a:defRPr sz="1000">
                <a:solidFill>
                  <a:srgbClr val="111010"/>
                </a:solidFill>
              </a:defRPr>
            </a:lvl2pPr>
            <a:lvl3pPr indent="-292100" lvl="2" marL="1371600">
              <a:spcBef>
                <a:spcPts val="0"/>
              </a:spcBef>
              <a:spcAft>
                <a:spcPts val="0"/>
              </a:spcAft>
              <a:buClr>
                <a:srgbClr val="111010"/>
              </a:buClr>
              <a:buSzPts val="1000"/>
              <a:buChar char="■"/>
              <a:defRPr sz="1000">
                <a:solidFill>
                  <a:srgbClr val="111010"/>
                </a:solidFill>
              </a:defRPr>
            </a:lvl3pPr>
            <a:lvl4pPr indent="-292100" lvl="3" marL="1828800">
              <a:spcBef>
                <a:spcPts val="0"/>
              </a:spcBef>
              <a:spcAft>
                <a:spcPts val="0"/>
              </a:spcAft>
              <a:buClr>
                <a:srgbClr val="111010"/>
              </a:buClr>
              <a:buSzPts val="1000"/>
              <a:buChar char="●"/>
              <a:defRPr sz="1000">
                <a:solidFill>
                  <a:srgbClr val="111010"/>
                </a:solidFill>
              </a:defRPr>
            </a:lvl4pPr>
            <a:lvl5pPr indent="-292100" lvl="4" marL="2286000">
              <a:spcBef>
                <a:spcPts val="0"/>
              </a:spcBef>
              <a:spcAft>
                <a:spcPts val="0"/>
              </a:spcAft>
              <a:buClr>
                <a:srgbClr val="111010"/>
              </a:buClr>
              <a:buSzPts val="1000"/>
              <a:buChar char="○"/>
              <a:defRPr sz="1000">
                <a:solidFill>
                  <a:srgbClr val="111010"/>
                </a:solidFill>
              </a:defRPr>
            </a:lvl5pPr>
            <a:lvl6pPr indent="-292100" lvl="5" marL="2743200">
              <a:spcBef>
                <a:spcPts val="0"/>
              </a:spcBef>
              <a:spcAft>
                <a:spcPts val="0"/>
              </a:spcAft>
              <a:buClr>
                <a:srgbClr val="111010"/>
              </a:buClr>
              <a:buSzPts val="1000"/>
              <a:buChar char="■"/>
              <a:defRPr sz="1000">
                <a:solidFill>
                  <a:srgbClr val="111010"/>
                </a:solidFill>
              </a:defRPr>
            </a:lvl6pPr>
            <a:lvl7pPr indent="-292100" lvl="6" marL="3200400">
              <a:spcBef>
                <a:spcPts val="0"/>
              </a:spcBef>
              <a:spcAft>
                <a:spcPts val="0"/>
              </a:spcAft>
              <a:buClr>
                <a:srgbClr val="111010"/>
              </a:buClr>
              <a:buSzPts val="1000"/>
              <a:buChar char="●"/>
              <a:defRPr sz="1000">
                <a:solidFill>
                  <a:srgbClr val="111010"/>
                </a:solidFill>
              </a:defRPr>
            </a:lvl7pPr>
            <a:lvl8pPr indent="-292100" lvl="7" marL="3657600">
              <a:spcBef>
                <a:spcPts val="0"/>
              </a:spcBef>
              <a:spcAft>
                <a:spcPts val="0"/>
              </a:spcAft>
              <a:buClr>
                <a:srgbClr val="111010"/>
              </a:buClr>
              <a:buSzPts val="1000"/>
              <a:buChar char="○"/>
              <a:defRPr sz="1000">
                <a:solidFill>
                  <a:srgbClr val="111010"/>
                </a:solidFill>
              </a:defRPr>
            </a:lvl8pPr>
            <a:lvl9pPr indent="-292100" lvl="8" marL="4114800">
              <a:spcBef>
                <a:spcPts val="0"/>
              </a:spcBef>
              <a:spcAft>
                <a:spcPts val="0"/>
              </a:spcAft>
              <a:buClr>
                <a:srgbClr val="111010"/>
              </a:buClr>
              <a:buSzPts val="1000"/>
              <a:buChar char="■"/>
              <a:defRPr sz="1000">
                <a:solidFill>
                  <a:srgbClr val="111010"/>
                </a:solidFill>
              </a:defRPr>
            </a:lvl9pPr>
          </a:lstStyle>
          <a:p/>
        </p:txBody>
      </p:sp>
      <p:sp>
        <p:nvSpPr>
          <p:cNvPr id="142" name="Google Shape;142;p27"/>
          <p:cNvSpPr txBox="1"/>
          <p:nvPr>
            <p:ph idx="13" type="body"/>
          </p:nvPr>
        </p:nvSpPr>
        <p:spPr>
          <a:xfrm>
            <a:off x="6304225" y="2058650"/>
            <a:ext cx="2408100" cy="283200"/>
          </a:xfrm>
          <a:prstGeom prst="rect">
            <a:avLst/>
          </a:prstGeom>
          <a:noFill/>
        </p:spPr>
        <p:txBody>
          <a:bodyPr anchorCtr="0" anchor="ctr" bIns="0" lIns="0" spcFirstLastPara="1" rIns="0" wrap="square" tIns="0">
            <a:noAutofit/>
          </a:bodyPr>
          <a:lstStyle>
            <a:lvl1pPr indent="-292100" lvl="0" marL="457200">
              <a:spcBef>
                <a:spcPts val="0"/>
              </a:spcBef>
              <a:spcAft>
                <a:spcPts val="0"/>
              </a:spcAft>
              <a:buClr>
                <a:srgbClr val="111010"/>
              </a:buClr>
              <a:buSzPts val="1000"/>
              <a:buChar char="●"/>
              <a:defRPr sz="1000">
                <a:solidFill>
                  <a:srgbClr val="111010"/>
                </a:solidFill>
              </a:defRPr>
            </a:lvl1pPr>
            <a:lvl2pPr indent="-292100" lvl="1" marL="914400">
              <a:spcBef>
                <a:spcPts val="0"/>
              </a:spcBef>
              <a:spcAft>
                <a:spcPts val="0"/>
              </a:spcAft>
              <a:buClr>
                <a:srgbClr val="111010"/>
              </a:buClr>
              <a:buSzPts val="1000"/>
              <a:buChar char="○"/>
              <a:defRPr sz="1000">
                <a:solidFill>
                  <a:srgbClr val="111010"/>
                </a:solidFill>
              </a:defRPr>
            </a:lvl2pPr>
            <a:lvl3pPr indent="-292100" lvl="2" marL="1371600">
              <a:spcBef>
                <a:spcPts val="0"/>
              </a:spcBef>
              <a:spcAft>
                <a:spcPts val="0"/>
              </a:spcAft>
              <a:buClr>
                <a:srgbClr val="111010"/>
              </a:buClr>
              <a:buSzPts val="1000"/>
              <a:buChar char="■"/>
              <a:defRPr sz="1000">
                <a:solidFill>
                  <a:srgbClr val="111010"/>
                </a:solidFill>
              </a:defRPr>
            </a:lvl3pPr>
            <a:lvl4pPr indent="-292100" lvl="3" marL="1828800">
              <a:spcBef>
                <a:spcPts val="0"/>
              </a:spcBef>
              <a:spcAft>
                <a:spcPts val="0"/>
              </a:spcAft>
              <a:buClr>
                <a:srgbClr val="111010"/>
              </a:buClr>
              <a:buSzPts val="1000"/>
              <a:buChar char="●"/>
              <a:defRPr sz="1000">
                <a:solidFill>
                  <a:srgbClr val="111010"/>
                </a:solidFill>
              </a:defRPr>
            </a:lvl4pPr>
            <a:lvl5pPr indent="-292100" lvl="4" marL="2286000">
              <a:spcBef>
                <a:spcPts val="0"/>
              </a:spcBef>
              <a:spcAft>
                <a:spcPts val="0"/>
              </a:spcAft>
              <a:buClr>
                <a:srgbClr val="111010"/>
              </a:buClr>
              <a:buSzPts val="1000"/>
              <a:buChar char="○"/>
              <a:defRPr sz="1000">
                <a:solidFill>
                  <a:srgbClr val="111010"/>
                </a:solidFill>
              </a:defRPr>
            </a:lvl5pPr>
            <a:lvl6pPr indent="-292100" lvl="5" marL="2743200">
              <a:spcBef>
                <a:spcPts val="0"/>
              </a:spcBef>
              <a:spcAft>
                <a:spcPts val="0"/>
              </a:spcAft>
              <a:buClr>
                <a:srgbClr val="111010"/>
              </a:buClr>
              <a:buSzPts val="1000"/>
              <a:buChar char="■"/>
              <a:defRPr sz="1000">
                <a:solidFill>
                  <a:srgbClr val="111010"/>
                </a:solidFill>
              </a:defRPr>
            </a:lvl6pPr>
            <a:lvl7pPr indent="-292100" lvl="6" marL="3200400">
              <a:spcBef>
                <a:spcPts val="0"/>
              </a:spcBef>
              <a:spcAft>
                <a:spcPts val="0"/>
              </a:spcAft>
              <a:buClr>
                <a:srgbClr val="111010"/>
              </a:buClr>
              <a:buSzPts val="1000"/>
              <a:buChar char="●"/>
              <a:defRPr sz="1000">
                <a:solidFill>
                  <a:srgbClr val="111010"/>
                </a:solidFill>
              </a:defRPr>
            </a:lvl7pPr>
            <a:lvl8pPr indent="-292100" lvl="7" marL="3657600">
              <a:spcBef>
                <a:spcPts val="0"/>
              </a:spcBef>
              <a:spcAft>
                <a:spcPts val="0"/>
              </a:spcAft>
              <a:buClr>
                <a:srgbClr val="111010"/>
              </a:buClr>
              <a:buSzPts val="1000"/>
              <a:buChar char="○"/>
              <a:defRPr sz="1000">
                <a:solidFill>
                  <a:srgbClr val="111010"/>
                </a:solidFill>
              </a:defRPr>
            </a:lvl8pPr>
            <a:lvl9pPr indent="-292100" lvl="8" marL="4114800">
              <a:spcBef>
                <a:spcPts val="0"/>
              </a:spcBef>
              <a:spcAft>
                <a:spcPts val="0"/>
              </a:spcAft>
              <a:buClr>
                <a:srgbClr val="111010"/>
              </a:buClr>
              <a:buSzPts val="1000"/>
              <a:buChar char="■"/>
              <a:defRPr sz="1000">
                <a:solidFill>
                  <a:srgbClr val="111010"/>
                </a:solidFill>
              </a:defRPr>
            </a:lvl9pPr>
          </a:lstStyle>
          <a:p/>
        </p:txBody>
      </p:sp>
      <p:sp>
        <p:nvSpPr>
          <p:cNvPr id="143" name="Google Shape;143;p27"/>
          <p:cNvSpPr txBox="1"/>
          <p:nvPr>
            <p:ph idx="14" type="body"/>
          </p:nvPr>
        </p:nvSpPr>
        <p:spPr>
          <a:xfrm>
            <a:off x="6304225" y="2430150"/>
            <a:ext cx="2408100" cy="283200"/>
          </a:xfrm>
          <a:prstGeom prst="rect">
            <a:avLst/>
          </a:prstGeom>
          <a:noFill/>
        </p:spPr>
        <p:txBody>
          <a:bodyPr anchorCtr="0" anchor="ctr" bIns="0" lIns="0" spcFirstLastPara="1" rIns="0" wrap="square" tIns="0">
            <a:noAutofit/>
          </a:bodyPr>
          <a:lstStyle>
            <a:lvl1pPr indent="-292100" lvl="0" marL="457200">
              <a:spcBef>
                <a:spcPts val="0"/>
              </a:spcBef>
              <a:spcAft>
                <a:spcPts val="0"/>
              </a:spcAft>
              <a:buClr>
                <a:srgbClr val="111010"/>
              </a:buClr>
              <a:buSzPts val="1000"/>
              <a:buChar char="●"/>
              <a:defRPr sz="1000">
                <a:solidFill>
                  <a:srgbClr val="111010"/>
                </a:solidFill>
              </a:defRPr>
            </a:lvl1pPr>
            <a:lvl2pPr indent="-292100" lvl="1" marL="914400">
              <a:spcBef>
                <a:spcPts val="0"/>
              </a:spcBef>
              <a:spcAft>
                <a:spcPts val="0"/>
              </a:spcAft>
              <a:buClr>
                <a:srgbClr val="111010"/>
              </a:buClr>
              <a:buSzPts val="1000"/>
              <a:buChar char="○"/>
              <a:defRPr sz="1000">
                <a:solidFill>
                  <a:srgbClr val="111010"/>
                </a:solidFill>
              </a:defRPr>
            </a:lvl2pPr>
            <a:lvl3pPr indent="-292100" lvl="2" marL="1371600">
              <a:spcBef>
                <a:spcPts val="0"/>
              </a:spcBef>
              <a:spcAft>
                <a:spcPts val="0"/>
              </a:spcAft>
              <a:buClr>
                <a:srgbClr val="111010"/>
              </a:buClr>
              <a:buSzPts val="1000"/>
              <a:buChar char="■"/>
              <a:defRPr sz="1000">
                <a:solidFill>
                  <a:srgbClr val="111010"/>
                </a:solidFill>
              </a:defRPr>
            </a:lvl3pPr>
            <a:lvl4pPr indent="-292100" lvl="3" marL="1828800">
              <a:spcBef>
                <a:spcPts val="0"/>
              </a:spcBef>
              <a:spcAft>
                <a:spcPts val="0"/>
              </a:spcAft>
              <a:buClr>
                <a:srgbClr val="111010"/>
              </a:buClr>
              <a:buSzPts val="1000"/>
              <a:buChar char="●"/>
              <a:defRPr sz="1000">
                <a:solidFill>
                  <a:srgbClr val="111010"/>
                </a:solidFill>
              </a:defRPr>
            </a:lvl4pPr>
            <a:lvl5pPr indent="-292100" lvl="4" marL="2286000">
              <a:spcBef>
                <a:spcPts val="0"/>
              </a:spcBef>
              <a:spcAft>
                <a:spcPts val="0"/>
              </a:spcAft>
              <a:buClr>
                <a:srgbClr val="111010"/>
              </a:buClr>
              <a:buSzPts val="1000"/>
              <a:buChar char="○"/>
              <a:defRPr sz="1000">
                <a:solidFill>
                  <a:srgbClr val="111010"/>
                </a:solidFill>
              </a:defRPr>
            </a:lvl5pPr>
            <a:lvl6pPr indent="-292100" lvl="5" marL="2743200">
              <a:spcBef>
                <a:spcPts val="0"/>
              </a:spcBef>
              <a:spcAft>
                <a:spcPts val="0"/>
              </a:spcAft>
              <a:buClr>
                <a:srgbClr val="111010"/>
              </a:buClr>
              <a:buSzPts val="1000"/>
              <a:buChar char="■"/>
              <a:defRPr sz="1000">
                <a:solidFill>
                  <a:srgbClr val="111010"/>
                </a:solidFill>
              </a:defRPr>
            </a:lvl6pPr>
            <a:lvl7pPr indent="-292100" lvl="6" marL="3200400">
              <a:spcBef>
                <a:spcPts val="0"/>
              </a:spcBef>
              <a:spcAft>
                <a:spcPts val="0"/>
              </a:spcAft>
              <a:buClr>
                <a:srgbClr val="111010"/>
              </a:buClr>
              <a:buSzPts val="1000"/>
              <a:buChar char="●"/>
              <a:defRPr sz="1000">
                <a:solidFill>
                  <a:srgbClr val="111010"/>
                </a:solidFill>
              </a:defRPr>
            </a:lvl7pPr>
            <a:lvl8pPr indent="-292100" lvl="7" marL="3657600">
              <a:spcBef>
                <a:spcPts val="0"/>
              </a:spcBef>
              <a:spcAft>
                <a:spcPts val="0"/>
              </a:spcAft>
              <a:buClr>
                <a:srgbClr val="111010"/>
              </a:buClr>
              <a:buSzPts val="1000"/>
              <a:buChar char="○"/>
              <a:defRPr sz="1000">
                <a:solidFill>
                  <a:srgbClr val="111010"/>
                </a:solidFill>
              </a:defRPr>
            </a:lvl8pPr>
            <a:lvl9pPr indent="-292100" lvl="8" marL="4114800">
              <a:spcBef>
                <a:spcPts val="0"/>
              </a:spcBef>
              <a:spcAft>
                <a:spcPts val="0"/>
              </a:spcAft>
              <a:buClr>
                <a:srgbClr val="111010"/>
              </a:buClr>
              <a:buSzPts val="1000"/>
              <a:buChar char="■"/>
              <a:defRPr sz="1000">
                <a:solidFill>
                  <a:srgbClr val="111010"/>
                </a:solidFill>
              </a:defRPr>
            </a:lvl9pPr>
          </a:lstStyle>
          <a:p/>
        </p:txBody>
      </p:sp>
      <p:sp>
        <p:nvSpPr>
          <p:cNvPr id="144" name="Google Shape;144;p27"/>
          <p:cNvSpPr/>
          <p:nvPr>
            <p:ph idx="15" type="pic"/>
          </p:nvPr>
        </p:nvSpPr>
        <p:spPr>
          <a:xfrm>
            <a:off x="5967050" y="4012682"/>
            <a:ext cx="436500" cy="436500"/>
          </a:xfrm>
          <a:prstGeom prst="ellipse">
            <a:avLst/>
          </a:prstGeom>
          <a:noFill/>
          <a:ln>
            <a:noFill/>
          </a:ln>
        </p:spPr>
      </p:sp>
      <p:sp>
        <p:nvSpPr>
          <p:cNvPr id="145" name="Google Shape;145;p27"/>
          <p:cNvSpPr txBox="1"/>
          <p:nvPr>
            <p:ph idx="16" type="body"/>
          </p:nvPr>
        </p:nvSpPr>
        <p:spPr>
          <a:xfrm>
            <a:off x="6482275" y="4026957"/>
            <a:ext cx="2230200" cy="436500"/>
          </a:xfrm>
          <a:prstGeom prst="rect">
            <a:avLst/>
          </a:prstGeom>
          <a:noFill/>
        </p:spPr>
        <p:txBody>
          <a:bodyPr anchorCtr="0" anchor="ctr" bIns="0" lIns="0" spcFirstLastPara="1" rIns="0" wrap="square" tIns="0">
            <a:noAutofit/>
          </a:bodyPr>
          <a:lstStyle>
            <a:lvl1pPr indent="-292100" lvl="0" marL="457200">
              <a:spcBef>
                <a:spcPts val="0"/>
              </a:spcBef>
              <a:spcAft>
                <a:spcPts val="0"/>
              </a:spcAft>
              <a:buClr>
                <a:srgbClr val="111010"/>
              </a:buClr>
              <a:buSzPts val="1000"/>
              <a:buChar char="●"/>
              <a:defRPr sz="1000">
                <a:solidFill>
                  <a:srgbClr val="111010"/>
                </a:solidFill>
              </a:defRPr>
            </a:lvl1pPr>
            <a:lvl2pPr indent="-292100" lvl="1" marL="914400">
              <a:spcBef>
                <a:spcPts val="0"/>
              </a:spcBef>
              <a:spcAft>
                <a:spcPts val="0"/>
              </a:spcAft>
              <a:buClr>
                <a:srgbClr val="111010"/>
              </a:buClr>
              <a:buSzPts val="1000"/>
              <a:buChar char="○"/>
              <a:defRPr sz="1000">
                <a:solidFill>
                  <a:srgbClr val="111010"/>
                </a:solidFill>
              </a:defRPr>
            </a:lvl2pPr>
            <a:lvl3pPr indent="-292100" lvl="2" marL="1371600">
              <a:spcBef>
                <a:spcPts val="0"/>
              </a:spcBef>
              <a:spcAft>
                <a:spcPts val="0"/>
              </a:spcAft>
              <a:buClr>
                <a:srgbClr val="111010"/>
              </a:buClr>
              <a:buSzPts val="1000"/>
              <a:buChar char="■"/>
              <a:defRPr sz="1000">
                <a:solidFill>
                  <a:srgbClr val="111010"/>
                </a:solidFill>
              </a:defRPr>
            </a:lvl3pPr>
            <a:lvl4pPr indent="-292100" lvl="3" marL="1828800">
              <a:spcBef>
                <a:spcPts val="0"/>
              </a:spcBef>
              <a:spcAft>
                <a:spcPts val="0"/>
              </a:spcAft>
              <a:buClr>
                <a:srgbClr val="111010"/>
              </a:buClr>
              <a:buSzPts val="1000"/>
              <a:buChar char="●"/>
              <a:defRPr sz="1000">
                <a:solidFill>
                  <a:srgbClr val="111010"/>
                </a:solidFill>
              </a:defRPr>
            </a:lvl4pPr>
            <a:lvl5pPr indent="-292100" lvl="4" marL="2286000">
              <a:spcBef>
                <a:spcPts val="0"/>
              </a:spcBef>
              <a:spcAft>
                <a:spcPts val="0"/>
              </a:spcAft>
              <a:buClr>
                <a:srgbClr val="111010"/>
              </a:buClr>
              <a:buSzPts val="1000"/>
              <a:buChar char="○"/>
              <a:defRPr sz="1000">
                <a:solidFill>
                  <a:srgbClr val="111010"/>
                </a:solidFill>
              </a:defRPr>
            </a:lvl5pPr>
            <a:lvl6pPr indent="-292100" lvl="5" marL="2743200">
              <a:spcBef>
                <a:spcPts val="0"/>
              </a:spcBef>
              <a:spcAft>
                <a:spcPts val="0"/>
              </a:spcAft>
              <a:buClr>
                <a:srgbClr val="111010"/>
              </a:buClr>
              <a:buSzPts val="1000"/>
              <a:buChar char="■"/>
              <a:defRPr sz="1000">
                <a:solidFill>
                  <a:srgbClr val="111010"/>
                </a:solidFill>
              </a:defRPr>
            </a:lvl6pPr>
            <a:lvl7pPr indent="-292100" lvl="6" marL="3200400">
              <a:spcBef>
                <a:spcPts val="0"/>
              </a:spcBef>
              <a:spcAft>
                <a:spcPts val="0"/>
              </a:spcAft>
              <a:buClr>
                <a:srgbClr val="111010"/>
              </a:buClr>
              <a:buSzPts val="1000"/>
              <a:buChar char="●"/>
              <a:defRPr sz="1000">
                <a:solidFill>
                  <a:srgbClr val="111010"/>
                </a:solidFill>
              </a:defRPr>
            </a:lvl7pPr>
            <a:lvl8pPr indent="-292100" lvl="7" marL="3657600">
              <a:spcBef>
                <a:spcPts val="0"/>
              </a:spcBef>
              <a:spcAft>
                <a:spcPts val="0"/>
              </a:spcAft>
              <a:buClr>
                <a:srgbClr val="111010"/>
              </a:buClr>
              <a:buSzPts val="1000"/>
              <a:buChar char="○"/>
              <a:defRPr sz="1000">
                <a:solidFill>
                  <a:srgbClr val="111010"/>
                </a:solidFill>
              </a:defRPr>
            </a:lvl8pPr>
            <a:lvl9pPr indent="-292100" lvl="8" marL="4114800">
              <a:spcBef>
                <a:spcPts val="0"/>
              </a:spcBef>
              <a:spcAft>
                <a:spcPts val="0"/>
              </a:spcAft>
              <a:buClr>
                <a:srgbClr val="111010"/>
              </a:buClr>
              <a:buSzPts val="1000"/>
              <a:buChar char="■"/>
              <a:defRPr sz="1000">
                <a:solidFill>
                  <a:srgbClr val="111010"/>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Story Overview with Image 1">
  <p:cSld name="CAPTION_ONLY_1_2">
    <p:bg>
      <p:bgPr>
        <a:gradFill>
          <a:gsLst>
            <a:gs pos="0">
              <a:srgbClr val="DDFFFC"/>
            </a:gs>
            <a:gs pos="100000">
              <a:srgbClr val="36DBCB"/>
            </a:gs>
          </a:gsLst>
          <a:lin ang="18900732" scaled="0"/>
        </a:gradFill>
      </p:bgPr>
    </p:bg>
    <p:spTree>
      <p:nvGrpSpPr>
        <p:cNvPr id="146" name="Shape 146"/>
        <p:cNvGrpSpPr/>
        <p:nvPr/>
      </p:nvGrpSpPr>
      <p:grpSpPr>
        <a:xfrm>
          <a:off x="0" y="0"/>
          <a:ext cx="0" cy="0"/>
          <a:chOff x="0" y="0"/>
          <a:chExt cx="0" cy="0"/>
        </a:xfrm>
      </p:grpSpPr>
      <p:sp>
        <p:nvSpPr>
          <p:cNvPr id="147" name="Google Shape;147;p28"/>
          <p:cNvSpPr/>
          <p:nvPr/>
        </p:nvSpPr>
        <p:spPr>
          <a:xfrm rot="-5400000">
            <a:off x="-228798" y="218883"/>
            <a:ext cx="5149440" cy="4691844"/>
          </a:xfrm>
          <a:prstGeom prst="flowChartDocument">
            <a:avLst/>
          </a:prstGeom>
          <a:gradFill>
            <a:gsLst>
              <a:gs pos="0">
                <a:srgbClr val="DDFFFC"/>
              </a:gs>
              <a:gs pos="100000">
                <a:srgbClr val="36DBCB"/>
              </a:gs>
            </a:gsLst>
            <a:lin ang="18900044"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48" name="Google Shape;148;p28"/>
          <p:cNvSpPr txBox="1"/>
          <p:nvPr/>
        </p:nvSpPr>
        <p:spPr>
          <a:xfrm>
            <a:off x="350275" y="1509575"/>
            <a:ext cx="987000" cy="24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111010"/>
                </a:solidFill>
                <a:latin typeface="Poppins"/>
                <a:ea typeface="Poppins"/>
                <a:cs typeface="Poppins"/>
                <a:sym typeface="Poppins"/>
              </a:rPr>
              <a:t>Challenge</a:t>
            </a:r>
            <a:endParaRPr b="1">
              <a:solidFill>
                <a:srgbClr val="111010"/>
              </a:solidFill>
              <a:latin typeface="Poppins"/>
              <a:ea typeface="Poppins"/>
              <a:cs typeface="Poppins"/>
              <a:sym typeface="Poppins"/>
            </a:endParaRPr>
          </a:p>
        </p:txBody>
      </p:sp>
      <p:cxnSp>
        <p:nvCxnSpPr>
          <p:cNvPr id="149" name="Google Shape;149;p28"/>
          <p:cNvCxnSpPr/>
          <p:nvPr/>
        </p:nvCxnSpPr>
        <p:spPr>
          <a:xfrm>
            <a:off x="-9228" y="1353225"/>
            <a:ext cx="9162600" cy="18300"/>
          </a:xfrm>
          <a:prstGeom prst="straightConnector1">
            <a:avLst/>
          </a:prstGeom>
          <a:noFill/>
          <a:ln cap="flat" cmpd="sng" w="9525">
            <a:solidFill>
              <a:srgbClr val="DDFFFC"/>
            </a:solidFill>
            <a:prstDash val="solid"/>
            <a:round/>
            <a:headEnd len="med" w="med" type="none"/>
            <a:tailEnd len="med" w="med" type="none"/>
          </a:ln>
        </p:spPr>
      </p:cxnSp>
      <p:sp>
        <p:nvSpPr>
          <p:cNvPr id="150" name="Google Shape;150;p28"/>
          <p:cNvSpPr txBox="1"/>
          <p:nvPr/>
        </p:nvSpPr>
        <p:spPr>
          <a:xfrm>
            <a:off x="350275" y="3413327"/>
            <a:ext cx="829800" cy="24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111010"/>
                </a:solidFill>
                <a:latin typeface="Poppins"/>
                <a:ea typeface="Poppins"/>
                <a:cs typeface="Poppins"/>
                <a:sym typeface="Poppins"/>
              </a:rPr>
              <a:t>Solution</a:t>
            </a:r>
            <a:endParaRPr b="1">
              <a:solidFill>
                <a:srgbClr val="111010"/>
              </a:solidFill>
              <a:latin typeface="Poppins"/>
              <a:ea typeface="Poppins"/>
              <a:cs typeface="Poppins"/>
              <a:sym typeface="Poppins"/>
            </a:endParaRPr>
          </a:p>
        </p:txBody>
      </p:sp>
      <p:sp>
        <p:nvSpPr>
          <p:cNvPr id="151" name="Google Shape;151;p28"/>
          <p:cNvSpPr txBox="1"/>
          <p:nvPr>
            <p:ph idx="1" type="body"/>
          </p:nvPr>
        </p:nvSpPr>
        <p:spPr>
          <a:xfrm>
            <a:off x="350275" y="1893450"/>
            <a:ext cx="2951700" cy="84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2" name="Google Shape;152;p28"/>
          <p:cNvSpPr txBox="1"/>
          <p:nvPr>
            <p:ph idx="2" type="body"/>
          </p:nvPr>
        </p:nvSpPr>
        <p:spPr>
          <a:xfrm>
            <a:off x="350275" y="3717074"/>
            <a:ext cx="2951700" cy="84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3" name="Google Shape;153;p28"/>
          <p:cNvSpPr txBox="1"/>
          <p:nvPr/>
        </p:nvSpPr>
        <p:spPr>
          <a:xfrm>
            <a:off x="350275" y="266508"/>
            <a:ext cx="2028000" cy="17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chemeClr val="dk1"/>
                </a:solidFill>
                <a:latin typeface="Poppins"/>
                <a:ea typeface="Poppins"/>
                <a:cs typeface="Poppins"/>
                <a:sym typeface="Poppins"/>
              </a:rPr>
              <a:t>C U S T O M E R   S T O R Y</a:t>
            </a:r>
            <a:endParaRPr sz="1000">
              <a:solidFill>
                <a:schemeClr val="dk1"/>
              </a:solidFill>
              <a:latin typeface="Poppins"/>
              <a:ea typeface="Poppins"/>
              <a:cs typeface="Poppins"/>
              <a:sym typeface="Poppins"/>
            </a:endParaRPr>
          </a:p>
        </p:txBody>
      </p:sp>
      <p:sp>
        <p:nvSpPr>
          <p:cNvPr id="154" name="Google Shape;154;p28"/>
          <p:cNvSpPr/>
          <p:nvPr>
            <p:ph idx="3" type="pic"/>
          </p:nvPr>
        </p:nvSpPr>
        <p:spPr>
          <a:xfrm>
            <a:off x="350275" y="533833"/>
            <a:ext cx="1819800" cy="585900"/>
          </a:xfrm>
          <a:prstGeom prst="rect">
            <a:avLst/>
          </a:prstGeom>
          <a:noFill/>
          <a:ln>
            <a:noFill/>
          </a:ln>
        </p:spPr>
      </p:sp>
      <p:sp>
        <p:nvSpPr>
          <p:cNvPr id="155" name="Google Shape;155;p28"/>
          <p:cNvSpPr txBox="1"/>
          <p:nvPr>
            <p:ph idx="4" type="body"/>
          </p:nvPr>
        </p:nvSpPr>
        <p:spPr>
          <a:xfrm>
            <a:off x="3874428" y="4535325"/>
            <a:ext cx="1533600" cy="414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156" name="Google Shape;156;p28"/>
          <p:cNvSpPr txBox="1"/>
          <p:nvPr>
            <p:ph idx="5" type="body"/>
          </p:nvPr>
        </p:nvSpPr>
        <p:spPr>
          <a:xfrm>
            <a:off x="5636504" y="4535325"/>
            <a:ext cx="1533600" cy="414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157" name="Google Shape;157;p28"/>
          <p:cNvSpPr txBox="1"/>
          <p:nvPr>
            <p:ph type="title"/>
          </p:nvPr>
        </p:nvSpPr>
        <p:spPr>
          <a:xfrm>
            <a:off x="2641575" y="270125"/>
            <a:ext cx="3528600" cy="8445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158" name="Google Shape;158;p28"/>
          <p:cNvCxnSpPr/>
          <p:nvPr/>
        </p:nvCxnSpPr>
        <p:spPr>
          <a:xfrm rot="10800000">
            <a:off x="2405825" y="284883"/>
            <a:ext cx="0" cy="848100"/>
          </a:xfrm>
          <a:prstGeom prst="straightConnector1">
            <a:avLst/>
          </a:prstGeom>
          <a:noFill/>
          <a:ln cap="flat" cmpd="sng" w="9525">
            <a:solidFill>
              <a:srgbClr val="DDFFFC"/>
            </a:solidFill>
            <a:prstDash val="solid"/>
            <a:round/>
            <a:headEnd len="med" w="med" type="none"/>
            <a:tailEnd len="med" w="med" type="none"/>
          </a:ln>
        </p:spPr>
      </p:cxnSp>
      <p:sp>
        <p:nvSpPr>
          <p:cNvPr id="159" name="Google Shape;159;p28"/>
          <p:cNvSpPr/>
          <p:nvPr>
            <p:ph idx="6" type="pic"/>
          </p:nvPr>
        </p:nvSpPr>
        <p:spPr>
          <a:xfrm>
            <a:off x="6405925" y="-335675"/>
            <a:ext cx="3814800" cy="3814800"/>
          </a:xfrm>
          <a:prstGeom prst="ellipse">
            <a:avLst/>
          </a:prstGeom>
          <a:noFill/>
          <a:ln cap="flat" cmpd="sng" w="76200">
            <a:solidFill>
              <a:srgbClr val="DDFFFC"/>
            </a:solidFill>
            <a:prstDash val="solid"/>
            <a:round/>
            <a:headEnd len="sm" w="sm" type="none"/>
            <a:tailEnd len="sm" w="sm" type="none"/>
          </a:ln>
        </p:spPr>
      </p:sp>
      <p:sp>
        <p:nvSpPr>
          <p:cNvPr id="160" name="Google Shape;160;p28"/>
          <p:cNvSpPr txBox="1"/>
          <p:nvPr>
            <p:ph idx="7" type="body"/>
          </p:nvPr>
        </p:nvSpPr>
        <p:spPr>
          <a:xfrm>
            <a:off x="3761100" y="1598075"/>
            <a:ext cx="2483100" cy="1936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61" name="Google Shape;161;p28"/>
          <p:cNvSpPr/>
          <p:nvPr>
            <p:ph idx="8" type="pic"/>
          </p:nvPr>
        </p:nvSpPr>
        <p:spPr>
          <a:xfrm>
            <a:off x="3761100" y="3690650"/>
            <a:ext cx="476700" cy="476700"/>
          </a:xfrm>
          <a:prstGeom prst="ellipse">
            <a:avLst/>
          </a:prstGeom>
          <a:noFill/>
          <a:ln>
            <a:noFill/>
          </a:ln>
        </p:spPr>
      </p:sp>
      <p:sp>
        <p:nvSpPr>
          <p:cNvPr id="162" name="Google Shape;162;p28"/>
          <p:cNvSpPr txBox="1"/>
          <p:nvPr>
            <p:ph idx="9" type="body"/>
          </p:nvPr>
        </p:nvSpPr>
        <p:spPr>
          <a:xfrm>
            <a:off x="4385500" y="3705225"/>
            <a:ext cx="2403600" cy="241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b="1" sz="1200"/>
            </a:lvl1pPr>
            <a:lvl2pPr indent="-304800" lvl="1" marL="914400">
              <a:spcBef>
                <a:spcPts val="0"/>
              </a:spcBef>
              <a:spcAft>
                <a:spcPts val="0"/>
              </a:spcAft>
              <a:buSzPts val="1200"/>
              <a:buChar char="○"/>
              <a:defRPr b="1" sz="1200"/>
            </a:lvl2pPr>
            <a:lvl3pPr indent="-304800" lvl="2" marL="1371600">
              <a:spcBef>
                <a:spcPts val="0"/>
              </a:spcBef>
              <a:spcAft>
                <a:spcPts val="0"/>
              </a:spcAft>
              <a:buSzPts val="1200"/>
              <a:buChar char="■"/>
              <a:defRPr b="1" sz="1200"/>
            </a:lvl3pPr>
            <a:lvl4pPr indent="-304800" lvl="3" marL="1828800">
              <a:spcBef>
                <a:spcPts val="0"/>
              </a:spcBef>
              <a:spcAft>
                <a:spcPts val="0"/>
              </a:spcAft>
              <a:buSzPts val="1200"/>
              <a:buChar char="●"/>
              <a:defRPr b="1" sz="1200"/>
            </a:lvl4pPr>
            <a:lvl5pPr indent="-304800" lvl="4" marL="2286000">
              <a:spcBef>
                <a:spcPts val="0"/>
              </a:spcBef>
              <a:spcAft>
                <a:spcPts val="0"/>
              </a:spcAft>
              <a:buSzPts val="1200"/>
              <a:buChar char="○"/>
              <a:defRPr b="1" sz="1200"/>
            </a:lvl5pPr>
            <a:lvl6pPr indent="-304800" lvl="5" marL="2743200">
              <a:spcBef>
                <a:spcPts val="0"/>
              </a:spcBef>
              <a:spcAft>
                <a:spcPts val="0"/>
              </a:spcAft>
              <a:buSzPts val="1200"/>
              <a:buChar char="■"/>
              <a:defRPr b="1" sz="1200"/>
            </a:lvl6pPr>
            <a:lvl7pPr indent="-304800" lvl="6" marL="3200400">
              <a:spcBef>
                <a:spcPts val="0"/>
              </a:spcBef>
              <a:spcAft>
                <a:spcPts val="0"/>
              </a:spcAft>
              <a:buSzPts val="1200"/>
              <a:buChar char="●"/>
              <a:defRPr b="1" sz="1200"/>
            </a:lvl7pPr>
            <a:lvl8pPr indent="-304800" lvl="7" marL="3657600">
              <a:spcBef>
                <a:spcPts val="0"/>
              </a:spcBef>
              <a:spcAft>
                <a:spcPts val="0"/>
              </a:spcAft>
              <a:buSzPts val="1200"/>
              <a:buChar char="○"/>
              <a:defRPr b="1" sz="1200"/>
            </a:lvl8pPr>
            <a:lvl9pPr indent="-304800" lvl="8" marL="4114800">
              <a:spcBef>
                <a:spcPts val="0"/>
              </a:spcBef>
              <a:spcAft>
                <a:spcPts val="0"/>
              </a:spcAft>
              <a:buSzPts val="1200"/>
              <a:buChar char="■"/>
              <a:defRPr b="1" sz="1200"/>
            </a:lvl9pPr>
          </a:lstStyle>
          <a:p/>
        </p:txBody>
      </p:sp>
      <p:sp>
        <p:nvSpPr>
          <p:cNvPr id="163" name="Google Shape;163;p28"/>
          <p:cNvSpPr txBox="1"/>
          <p:nvPr>
            <p:ph idx="13" type="body"/>
          </p:nvPr>
        </p:nvSpPr>
        <p:spPr>
          <a:xfrm>
            <a:off x="4385500" y="3946425"/>
            <a:ext cx="2403600" cy="241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cxnSp>
        <p:nvCxnSpPr>
          <p:cNvPr id="164" name="Google Shape;164;p28"/>
          <p:cNvCxnSpPr/>
          <p:nvPr/>
        </p:nvCxnSpPr>
        <p:spPr>
          <a:xfrm rot="10800000">
            <a:off x="3652542" y="1610275"/>
            <a:ext cx="0" cy="2527800"/>
          </a:xfrm>
          <a:prstGeom prst="straightConnector1">
            <a:avLst/>
          </a:prstGeom>
          <a:noFill/>
          <a:ln cap="flat" cmpd="sng" w="9525">
            <a:solidFill>
              <a:srgbClr val="DDFFFC"/>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1.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685800" y="402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Poppins"/>
                <a:ea typeface="Poppins"/>
                <a:cs typeface="Poppins"/>
                <a:sym typeface="Poppins"/>
              </a:rPr>
              <a:t>Partner customer story package framework</a:t>
            </a:r>
            <a:endParaRPr>
              <a:latin typeface="Poppins"/>
              <a:ea typeface="Poppins"/>
              <a:cs typeface="Poppins"/>
              <a:sym typeface="Poppins"/>
            </a:endParaRPr>
          </a:p>
        </p:txBody>
      </p:sp>
      <p:sp>
        <p:nvSpPr>
          <p:cNvPr id="170" name="Google Shape;170;p29"/>
          <p:cNvSpPr txBox="1"/>
          <p:nvPr>
            <p:ph idx="1" type="body"/>
          </p:nvPr>
        </p:nvSpPr>
        <p:spPr>
          <a:xfrm>
            <a:off x="685800" y="1152475"/>
            <a:ext cx="83751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Poppins"/>
              <a:buChar char="●"/>
            </a:pPr>
            <a:r>
              <a:rPr lang="en">
                <a:latin typeface="Poppins"/>
                <a:ea typeface="Poppins"/>
                <a:cs typeface="Poppins"/>
                <a:sym typeface="Poppins"/>
              </a:rPr>
              <a:t>Customer overview (internal)</a:t>
            </a:r>
            <a:endParaRPr>
              <a:latin typeface="Poppins"/>
              <a:ea typeface="Poppins"/>
              <a:cs typeface="Poppins"/>
              <a:sym typeface="Poppins"/>
            </a:endParaRPr>
          </a:p>
          <a:p>
            <a:pPr indent="-342900" lvl="0" marL="457200" rtl="0" algn="l">
              <a:spcBef>
                <a:spcPts val="0"/>
              </a:spcBef>
              <a:spcAft>
                <a:spcPts val="0"/>
              </a:spcAft>
              <a:buSzPts val="1800"/>
              <a:buFont typeface="Poppins"/>
              <a:buChar char="●"/>
            </a:pPr>
            <a:r>
              <a:rPr lang="en">
                <a:latin typeface="Poppins"/>
                <a:ea typeface="Poppins"/>
                <a:cs typeface="Poppins"/>
                <a:sym typeface="Poppins"/>
              </a:rPr>
              <a:t>Customer highlight (external)</a:t>
            </a:r>
            <a:endParaRPr>
              <a:latin typeface="Poppins"/>
              <a:ea typeface="Poppins"/>
              <a:cs typeface="Poppins"/>
              <a:sym typeface="Poppins"/>
            </a:endParaRPr>
          </a:p>
          <a:p>
            <a:pPr indent="-342900" lvl="0" marL="457200" rtl="0" algn="l">
              <a:spcBef>
                <a:spcPts val="0"/>
              </a:spcBef>
              <a:spcAft>
                <a:spcPts val="0"/>
              </a:spcAft>
              <a:buSzPts val="1800"/>
              <a:buFont typeface="Poppins"/>
              <a:buChar char="●"/>
            </a:pPr>
            <a:r>
              <a:rPr lang="en">
                <a:latin typeface="Poppins"/>
                <a:ea typeface="Poppins"/>
                <a:cs typeface="Poppins"/>
                <a:sym typeface="Poppins"/>
              </a:rPr>
              <a:t>Customer quote (external)</a:t>
            </a:r>
            <a:endParaRPr>
              <a:latin typeface="Poppins"/>
              <a:ea typeface="Poppins"/>
              <a:cs typeface="Poppins"/>
              <a:sym typeface="Poppins"/>
            </a:endParaRPr>
          </a:p>
          <a:p>
            <a:pPr indent="-342900" lvl="0" marL="457200" rtl="0" algn="l">
              <a:spcBef>
                <a:spcPts val="0"/>
              </a:spcBef>
              <a:spcAft>
                <a:spcPts val="0"/>
              </a:spcAft>
              <a:buSzPts val="1800"/>
              <a:buFont typeface="Poppins"/>
              <a:buChar char="●"/>
            </a:pPr>
            <a:r>
              <a:rPr lang="en">
                <a:latin typeface="Poppins"/>
                <a:ea typeface="Poppins"/>
                <a:cs typeface="Poppins"/>
                <a:sym typeface="Poppins"/>
              </a:rPr>
              <a:t>Customer metrics summary (external)</a:t>
            </a:r>
            <a:endParaRPr>
              <a:latin typeface="Poppins"/>
              <a:ea typeface="Poppins"/>
              <a:cs typeface="Poppins"/>
              <a:sym typeface="Poppins"/>
            </a:endParaRPr>
          </a:p>
          <a:p>
            <a:pPr indent="-342900" lvl="0" marL="457200" rtl="0" algn="l">
              <a:spcBef>
                <a:spcPts val="0"/>
              </a:spcBef>
              <a:spcAft>
                <a:spcPts val="0"/>
              </a:spcAft>
              <a:buSzPts val="1800"/>
              <a:buFont typeface="Poppins"/>
              <a:buChar char="●"/>
            </a:pPr>
            <a:r>
              <a:rPr lang="en">
                <a:latin typeface="Poppins"/>
                <a:ea typeface="Poppins"/>
                <a:cs typeface="Poppins"/>
                <a:sym typeface="Poppins"/>
              </a:rPr>
              <a:t>Customer journey (external) / Partner - </a:t>
            </a:r>
            <a:endParaRPr>
              <a:latin typeface="Poppins"/>
              <a:ea typeface="Poppins"/>
              <a:cs typeface="Poppins"/>
              <a:sym typeface="Poppins"/>
            </a:endParaRPr>
          </a:p>
          <a:p>
            <a:pPr indent="-342900" lvl="0" marL="457200" rtl="0" algn="l">
              <a:spcBef>
                <a:spcPts val="0"/>
              </a:spcBef>
              <a:spcAft>
                <a:spcPts val="0"/>
              </a:spcAft>
              <a:buSzPts val="1800"/>
              <a:buFont typeface="Poppins"/>
              <a:buChar char="●"/>
            </a:pPr>
            <a:r>
              <a:rPr lang="en">
                <a:latin typeface="Poppins"/>
                <a:ea typeface="Poppins"/>
                <a:cs typeface="Poppins"/>
                <a:sym typeface="Poppins"/>
              </a:rPr>
              <a:t>Tech Partner: Better </a:t>
            </a:r>
            <a:r>
              <a:rPr lang="en">
                <a:latin typeface="Poppins"/>
                <a:ea typeface="Poppins"/>
                <a:cs typeface="Poppins"/>
                <a:sym typeface="Poppins"/>
              </a:rPr>
              <a:t>sales</a:t>
            </a:r>
            <a:r>
              <a:rPr lang="en">
                <a:latin typeface="Poppins"/>
                <a:ea typeface="Poppins"/>
                <a:cs typeface="Poppins"/>
                <a:sym typeface="Poppins"/>
              </a:rPr>
              <a:t> $ together (partner sales team)</a:t>
            </a:r>
            <a:endParaRPr>
              <a:latin typeface="Poppins"/>
              <a:ea typeface="Poppins"/>
              <a:cs typeface="Poppins"/>
              <a:sym typeface="Poppins"/>
            </a:endParaRPr>
          </a:p>
          <a:p>
            <a:pPr indent="-342900" lvl="0" marL="457200" rtl="0" algn="l">
              <a:spcBef>
                <a:spcPts val="0"/>
              </a:spcBef>
              <a:spcAft>
                <a:spcPts val="0"/>
              </a:spcAft>
              <a:buSzPts val="1800"/>
              <a:buFont typeface="Poppins"/>
              <a:buChar char="●"/>
            </a:pPr>
            <a:r>
              <a:rPr lang="en">
                <a:latin typeface="Poppins"/>
                <a:ea typeface="Poppins"/>
                <a:cs typeface="Poppins"/>
                <a:sym typeface="Poppins"/>
              </a:rPr>
              <a:t>Partner : Better together</a:t>
            </a:r>
            <a:r>
              <a:rPr lang="en">
                <a:latin typeface="Poppins"/>
                <a:ea typeface="Poppins"/>
                <a:cs typeface="Poppins"/>
                <a:sym typeface="Poppins"/>
              </a:rPr>
              <a:t> (why workato + </a:t>
            </a:r>
            <a:r>
              <a:rPr lang="en">
                <a:latin typeface="Poppins"/>
                <a:ea typeface="Poppins"/>
                <a:cs typeface="Poppins"/>
                <a:sym typeface="Poppins"/>
              </a:rPr>
              <a:t>partner</a:t>
            </a:r>
            <a:r>
              <a:rPr lang="en">
                <a:latin typeface="Poppins"/>
                <a:ea typeface="Poppins"/>
                <a:cs typeface="Poppins"/>
                <a:sym typeface="Poppins"/>
              </a:rPr>
              <a:t>)</a:t>
            </a:r>
            <a:endParaRPr>
              <a:latin typeface="Poppins"/>
              <a:ea typeface="Poppins"/>
              <a:cs typeface="Poppins"/>
              <a:sym typeface="Poppins"/>
            </a:endParaRPr>
          </a:p>
          <a:p>
            <a:pPr indent="-342900" lvl="0" marL="457200" rtl="0" algn="l">
              <a:spcBef>
                <a:spcPts val="0"/>
              </a:spcBef>
              <a:spcAft>
                <a:spcPts val="0"/>
              </a:spcAft>
              <a:buSzPts val="1800"/>
              <a:buFont typeface="Poppins"/>
              <a:buChar char="●"/>
            </a:pPr>
            <a:r>
              <a:rPr lang="en">
                <a:latin typeface="Poppins"/>
                <a:ea typeface="Poppins"/>
                <a:cs typeface="Poppins"/>
                <a:sym typeface="Poppins"/>
              </a:rPr>
              <a:t>Social media (external)</a:t>
            </a:r>
            <a:endParaRPr>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30"/>
          <p:cNvPicPr preferRelativeResize="0"/>
          <p:nvPr/>
        </p:nvPicPr>
        <p:blipFill>
          <a:blip r:embed="rId3">
            <a:alphaModFix/>
          </a:blip>
          <a:stretch>
            <a:fillRect/>
          </a:stretch>
        </p:blipFill>
        <p:spPr>
          <a:xfrm>
            <a:off x="5627358" y="369037"/>
            <a:ext cx="838500" cy="557968"/>
          </a:xfrm>
          <a:prstGeom prst="rect">
            <a:avLst/>
          </a:prstGeom>
          <a:noFill/>
          <a:ln>
            <a:noFill/>
          </a:ln>
        </p:spPr>
      </p:pic>
      <p:cxnSp>
        <p:nvCxnSpPr>
          <p:cNvPr id="176" name="Google Shape;176;p30"/>
          <p:cNvCxnSpPr/>
          <p:nvPr/>
        </p:nvCxnSpPr>
        <p:spPr>
          <a:xfrm>
            <a:off x="6626708" y="315163"/>
            <a:ext cx="0" cy="516600"/>
          </a:xfrm>
          <a:prstGeom prst="straightConnector1">
            <a:avLst/>
          </a:prstGeom>
          <a:noFill/>
          <a:ln cap="flat" cmpd="sng" w="9525">
            <a:solidFill>
              <a:srgbClr val="686868"/>
            </a:solidFill>
            <a:prstDash val="solid"/>
            <a:round/>
            <a:headEnd len="med" w="med" type="none"/>
            <a:tailEnd len="med" w="med" type="none"/>
          </a:ln>
        </p:spPr>
      </p:cxnSp>
      <p:pic>
        <p:nvPicPr>
          <p:cNvPr id="177" name="Google Shape;177;p30"/>
          <p:cNvPicPr preferRelativeResize="0"/>
          <p:nvPr/>
        </p:nvPicPr>
        <p:blipFill rotWithShape="1">
          <a:blip r:embed="rId4">
            <a:alphaModFix/>
          </a:blip>
          <a:srcRect b="35199" l="6702" r="1478" t="33453"/>
          <a:stretch/>
        </p:blipFill>
        <p:spPr>
          <a:xfrm>
            <a:off x="6742397" y="401640"/>
            <a:ext cx="1920126" cy="344150"/>
          </a:xfrm>
          <a:prstGeom prst="rect">
            <a:avLst/>
          </a:prstGeom>
          <a:noFill/>
          <a:ln>
            <a:noFill/>
          </a:ln>
        </p:spPr>
      </p:pic>
      <p:sp>
        <p:nvSpPr>
          <p:cNvPr id="178" name="Google Shape;178;p30"/>
          <p:cNvSpPr txBox="1"/>
          <p:nvPr/>
        </p:nvSpPr>
        <p:spPr>
          <a:xfrm>
            <a:off x="681807" y="469530"/>
            <a:ext cx="3442800" cy="253800"/>
          </a:xfrm>
          <a:prstGeom prst="rect">
            <a:avLst/>
          </a:prstGeom>
          <a:noFill/>
          <a:ln>
            <a:noFill/>
          </a:ln>
        </p:spPr>
        <p:txBody>
          <a:bodyPr anchorCtr="0" anchor="t" bIns="0" lIns="0" spcFirstLastPara="1" rIns="91425" wrap="square" tIns="0">
            <a:noAutofit/>
          </a:bodyPr>
          <a:lstStyle/>
          <a:p>
            <a:pPr indent="0" lvl="0" marL="0" rtl="0" algn="l">
              <a:spcBef>
                <a:spcPts val="0"/>
              </a:spcBef>
              <a:spcAft>
                <a:spcPts val="0"/>
              </a:spcAft>
              <a:buNone/>
            </a:pPr>
            <a:r>
              <a:rPr lang="en">
                <a:solidFill>
                  <a:schemeClr val="dk2"/>
                </a:solidFill>
                <a:latin typeface="Poppins"/>
                <a:ea typeface="Poppins"/>
                <a:cs typeface="Poppins"/>
                <a:sym typeface="Poppins"/>
              </a:rPr>
              <a:t>CUSTOMER OVERVIEW</a:t>
            </a:r>
            <a:endParaRPr>
              <a:solidFill>
                <a:schemeClr val="dk2"/>
              </a:solidFill>
              <a:latin typeface="Poppins"/>
              <a:ea typeface="Poppins"/>
              <a:cs typeface="Poppins"/>
              <a:sym typeface="Poppins"/>
            </a:endParaRPr>
          </a:p>
        </p:txBody>
      </p:sp>
      <p:sp>
        <p:nvSpPr>
          <p:cNvPr id="179" name="Google Shape;179;p30"/>
          <p:cNvSpPr/>
          <p:nvPr/>
        </p:nvSpPr>
        <p:spPr>
          <a:xfrm>
            <a:off x="2621875" y="1493500"/>
            <a:ext cx="3948300" cy="1781400"/>
          </a:xfrm>
          <a:prstGeom prst="roundRect">
            <a:avLst>
              <a:gd fmla="val 16667" name="adj"/>
            </a:avLst>
          </a:prstGeom>
          <a:noFill/>
          <a:ln cap="flat" cmpd="sng" w="19050">
            <a:solidFill>
              <a:srgbClr val="48DDC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80" name="Google Shape;180;p30"/>
          <p:cNvSpPr txBox="1"/>
          <p:nvPr/>
        </p:nvSpPr>
        <p:spPr>
          <a:xfrm>
            <a:off x="3619750" y="2125925"/>
            <a:ext cx="1770300" cy="45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Customer logo</a:t>
            </a:r>
            <a:endParaRPr sz="1800">
              <a:solidFill>
                <a:schemeClr val="dk2"/>
              </a:solidFill>
            </a:endParaRPr>
          </a:p>
        </p:txBody>
      </p:sp>
      <p:sp>
        <p:nvSpPr>
          <p:cNvPr id="181" name="Google Shape;181;p30"/>
          <p:cNvSpPr txBox="1"/>
          <p:nvPr/>
        </p:nvSpPr>
        <p:spPr>
          <a:xfrm>
            <a:off x="826600" y="3841400"/>
            <a:ext cx="7356600" cy="935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 sz="900" u="none" cap="none" strike="noStrike">
                <a:solidFill>
                  <a:srgbClr val="000000"/>
                </a:solidFill>
                <a:latin typeface="Poppins"/>
                <a:ea typeface="Poppins"/>
                <a:cs typeface="Poppins"/>
                <a:sym typeface="Poppins"/>
              </a:rPr>
              <a:t>Industry: </a:t>
            </a:r>
            <a:r>
              <a:rPr i="0" lang="en" sz="900" u="none" cap="none" strike="noStrike">
                <a:solidFill>
                  <a:srgbClr val="000000"/>
                </a:solidFill>
                <a:latin typeface="Poppins"/>
                <a:ea typeface="Poppins"/>
                <a:cs typeface="Poppins"/>
                <a:sym typeface="Poppins"/>
              </a:rPr>
              <a:t>IoT / Connected Operations</a:t>
            </a:r>
            <a:endParaRPr i="0" sz="900" u="none"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000"/>
              <a:buFont typeface="Arial"/>
              <a:buNone/>
            </a:pPr>
            <a:r>
              <a:rPr b="1" i="0" lang="en" sz="900" u="none" cap="none" strike="noStrike">
                <a:solidFill>
                  <a:srgbClr val="000000"/>
                </a:solidFill>
                <a:latin typeface="Poppins"/>
                <a:ea typeface="Poppins"/>
                <a:cs typeface="Poppins"/>
                <a:sym typeface="Poppins"/>
              </a:rPr>
              <a:t>Region: </a:t>
            </a:r>
            <a:r>
              <a:rPr i="0" lang="en" sz="900" u="none" cap="none" strike="noStrike">
                <a:solidFill>
                  <a:srgbClr val="000000"/>
                </a:solidFill>
                <a:latin typeface="Poppins"/>
                <a:ea typeface="Poppins"/>
                <a:cs typeface="Poppins"/>
                <a:sym typeface="Poppins"/>
              </a:rPr>
              <a:t>North America</a:t>
            </a:r>
            <a:endParaRPr i="0" sz="900" u="none" cap="none" strike="noStrike">
              <a:solidFill>
                <a:srgbClr val="000000"/>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000"/>
              <a:buFont typeface="Arial"/>
              <a:buNone/>
            </a:pPr>
            <a:r>
              <a:rPr b="1" i="0" lang="en" sz="900" u="none" cap="none" strike="noStrike">
                <a:solidFill>
                  <a:srgbClr val="000000"/>
                </a:solidFill>
                <a:latin typeface="Poppins"/>
                <a:ea typeface="Poppins"/>
                <a:cs typeface="Poppins"/>
                <a:sym typeface="Poppins"/>
              </a:rPr>
              <a:t>Size: </a:t>
            </a:r>
            <a:r>
              <a:rPr i="0" lang="en" sz="900" u="none" cap="none" strike="noStrike">
                <a:solidFill>
                  <a:srgbClr val="000000"/>
                </a:solidFill>
                <a:latin typeface="Poppins"/>
                <a:ea typeface="Poppins"/>
                <a:cs typeface="Poppins"/>
                <a:sym typeface="Poppins"/>
              </a:rPr>
              <a:t>3,500+ employees</a:t>
            </a:r>
            <a:endParaRPr b="1" sz="900">
              <a:solidFill>
                <a:schemeClr val="dk1"/>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000"/>
              <a:buFont typeface="Arial"/>
              <a:buNone/>
            </a:pPr>
            <a:r>
              <a:rPr b="1" lang="en" sz="900">
                <a:solidFill>
                  <a:schemeClr val="dk1"/>
                </a:solidFill>
                <a:latin typeface="Poppins"/>
                <a:ea typeface="Poppins"/>
                <a:cs typeface="Poppins"/>
                <a:sym typeface="Poppins"/>
              </a:rPr>
              <a:t>Co solution: </a:t>
            </a:r>
            <a:r>
              <a:rPr lang="en" sz="900">
                <a:solidFill>
                  <a:schemeClr val="dk1"/>
                </a:solidFill>
                <a:latin typeface="Poppins"/>
                <a:ea typeface="Poppins"/>
                <a:cs typeface="Poppins"/>
                <a:sym typeface="Poppins"/>
              </a:rPr>
              <a:t>Large-scale Jira migration with parallel job processing and automated commenting</a:t>
            </a:r>
            <a:endParaRPr sz="9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000"/>
              <a:buFont typeface="Arial"/>
              <a:buNone/>
            </a:pPr>
            <a:r>
              <a:rPr b="1" lang="en" sz="900">
                <a:solidFill>
                  <a:schemeClr val="dk1"/>
                </a:solidFill>
                <a:latin typeface="Poppins"/>
                <a:ea typeface="Poppins"/>
                <a:cs typeface="Poppins"/>
                <a:sym typeface="Poppins"/>
              </a:rPr>
              <a:t>Connecters: </a:t>
            </a:r>
            <a:r>
              <a:rPr lang="en" sz="900">
                <a:solidFill>
                  <a:schemeClr val="dk1"/>
                </a:solidFill>
                <a:latin typeface="Poppins"/>
                <a:ea typeface="Poppins"/>
                <a:cs typeface="Poppins"/>
                <a:sym typeface="Poppins"/>
              </a:rPr>
              <a:t>Jira Cloud, Atlassian Gov Cloud</a:t>
            </a:r>
            <a:endParaRPr sz="900">
              <a:solidFill>
                <a:schemeClr val="dk1"/>
              </a:solidFill>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000"/>
              <a:buFont typeface="Arial"/>
              <a:buNone/>
            </a:pPr>
            <a:r>
              <a:t/>
            </a:r>
            <a:endParaRPr sz="900">
              <a:latin typeface="Poppins"/>
              <a:ea typeface="Poppins"/>
              <a:cs typeface="Poppins"/>
              <a:sym typeface="Poppins"/>
            </a:endParaRPr>
          </a:p>
        </p:txBody>
      </p:sp>
      <p:sp>
        <p:nvSpPr>
          <p:cNvPr id="182" name="Google Shape;182;p30"/>
          <p:cNvSpPr/>
          <p:nvPr/>
        </p:nvSpPr>
        <p:spPr>
          <a:xfrm>
            <a:off x="0" y="5053650"/>
            <a:ext cx="9144000" cy="90000"/>
          </a:xfrm>
          <a:prstGeom prst="rect">
            <a:avLst/>
          </a:prstGeom>
          <a:solidFill>
            <a:srgbClr val="48DD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86" name="Shape 186"/>
        <p:cNvGrpSpPr/>
        <p:nvPr/>
      </p:nvGrpSpPr>
      <p:grpSpPr>
        <a:xfrm>
          <a:off x="0" y="0"/>
          <a:ext cx="0" cy="0"/>
          <a:chOff x="0" y="0"/>
          <a:chExt cx="0" cy="0"/>
        </a:xfrm>
      </p:grpSpPr>
      <p:sp>
        <p:nvSpPr>
          <p:cNvPr id="187" name="Google Shape;187;p31"/>
          <p:cNvSpPr/>
          <p:nvPr/>
        </p:nvSpPr>
        <p:spPr>
          <a:xfrm>
            <a:off x="460150" y="3382575"/>
            <a:ext cx="2286000" cy="1247100"/>
          </a:xfrm>
          <a:prstGeom prst="roundRect">
            <a:avLst>
              <a:gd fmla="val 5663" name="adj"/>
            </a:avLst>
          </a:prstGeom>
          <a:solidFill>
            <a:srgbClr val="48DDC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8" name="Google Shape;188;p31"/>
          <p:cNvSpPr/>
          <p:nvPr/>
        </p:nvSpPr>
        <p:spPr>
          <a:xfrm>
            <a:off x="3200400" y="2057775"/>
            <a:ext cx="5486400" cy="1139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31"/>
          <p:cNvSpPr txBox="1"/>
          <p:nvPr/>
        </p:nvSpPr>
        <p:spPr>
          <a:xfrm>
            <a:off x="-2553363" y="1634500"/>
            <a:ext cx="2337000" cy="1724700"/>
          </a:xfrm>
          <a:prstGeom prst="rect">
            <a:avLst/>
          </a:prstGeom>
          <a:noFill/>
          <a:ln>
            <a:noFill/>
          </a:ln>
        </p:spPr>
        <p:txBody>
          <a:bodyPr anchorCtr="0" anchor="t" bIns="0" lIns="91425" spcFirstLastPara="1" rIns="91425"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 sz="900" u="none" cap="none" strike="noStrike">
                <a:solidFill>
                  <a:srgbClr val="000000"/>
                </a:solidFill>
                <a:latin typeface="Poppins"/>
                <a:ea typeface="Poppins"/>
                <a:cs typeface="Poppins"/>
                <a:sym typeface="Poppins"/>
              </a:rPr>
              <a:t>Industry: </a:t>
            </a:r>
            <a:r>
              <a:rPr i="0" lang="en" sz="900" u="none" cap="none" strike="noStrike">
                <a:solidFill>
                  <a:srgbClr val="000000"/>
                </a:solidFill>
                <a:latin typeface="Poppins"/>
                <a:ea typeface="Poppins"/>
                <a:cs typeface="Poppins"/>
                <a:sym typeface="Poppins"/>
              </a:rPr>
              <a:t>IoT / Connected Operations</a:t>
            </a:r>
            <a:endParaRPr sz="900">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000"/>
              <a:buFont typeface="Arial"/>
              <a:buNone/>
            </a:pPr>
            <a:r>
              <a:rPr b="1" i="0" lang="en" sz="900" u="none" cap="none" strike="noStrike">
                <a:solidFill>
                  <a:srgbClr val="000000"/>
                </a:solidFill>
                <a:latin typeface="Poppins"/>
                <a:ea typeface="Poppins"/>
                <a:cs typeface="Poppins"/>
                <a:sym typeface="Poppins"/>
              </a:rPr>
              <a:t>Region: </a:t>
            </a:r>
            <a:r>
              <a:rPr i="0" lang="en" sz="900" u="none" cap="none" strike="noStrike">
                <a:solidFill>
                  <a:srgbClr val="000000"/>
                </a:solidFill>
                <a:latin typeface="Poppins"/>
                <a:ea typeface="Poppins"/>
                <a:cs typeface="Poppins"/>
                <a:sym typeface="Poppins"/>
              </a:rPr>
              <a:t>North America</a:t>
            </a:r>
            <a:endParaRPr sz="900">
              <a:latin typeface="Poppins"/>
              <a:ea typeface="Poppins"/>
              <a:cs typeface="Poppins"/>
              <a:sym typeface="Poppins"/>
            </a:endParaRPr>
          </a:p>
          <a:p>
            <a:pPr indent="0" lvl="0" marL="0" marR="0" rtl="0" algn="l">
              <a:lnSpc>
                <a:spcPct val="115000"/>
              </a:lnSpc>
              <a:spcBef>
                <a:spcPts val="0"/>
              </a:spcBef>
              <a:spcAft>
                <a:spcPts val="0"/>
              </a:spcAft>
              <a:buClr>
                <a:srgbClr val="000000"/>
              </a:buClr>
              <a:buSzPts val="1000"/>
              <a:buFont typeface="Arial"/>
              <a:buNone/>
            </a:pPr>
            <a:r>
              <a:rPr b="1" i="0" lang="en" sz="900" u="none" cap="none" strike="noStrike">
                <a:solidFill>
                  <a:srgbClr val="000000"/>
                </a:solidFill>
                <a:latin typeface="Poppins"/>
                <a:ea typeface="Poppins"/>
                <a:cs typeface="Poppins"/>
                <a:sym typeface="Poppins"/>
              </a:rPr>
              <a:t>Size: </a:t>
            </a:r>
            <a:r>
              <a:rPr i="0" lang="en" sz="900" u="none" cap="none" strike="noStrike">
                <a:solidFill>
                  <a:srgbClr val="000000"/>
                </a:solidFill>
                <a:latin typeface="Poppins"/>
                <a:ea typeface="Poppins"/>
                <a:cs typeface="Poppins"/>
                <a:sym typeface="Poppins"/>
              </a:rPr>
              <a:t>3,500+ employees</a:t>
            </a:r>
            <a:endParaRPr i="0" sz="9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000"/>
              <a:buFont typeface="Arial"/>
              <a:buNone/>
            </a:pPr>
            <a:r>
              <a:t/>
            </a:r>
            <a:endParaRPr b="1" sz="900">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000"/>
              <a:buFont typeface="Arial"/>
              <a:buNone/>
            </a:pPr>
            <a:r>
              <a:rPr b="1" lang="en" sz="900">
                <a:solidFill>
                  <a:schemeClr val="dk1"/>
                </a:solidFill>
                <a:latin typeface="Poppins"/>
                <a:ea typeface="Poppins"/>
                <a:cs typeface="Poppins"/>
                <a:sym typeface="Poppins"/>
              </a:rPr>
              <a:t>Orchestrating: </a:t>
            </a:r>
            <a:r>
              <a:rPr lang="en" sz="900">
                <a:solidFill>
                  <a:schemeClr val="dk1"/>
                </a:solidFill>
                <a:latin typeface="Poppins"/>
                <a:ea typeface="Poppins"/>
                <a:cs typeface="Poppins"/>
                <a:sym typeface="Poppins"/>
              </a:rPr>
              <a:t>Large-scale Jira migration with parallel job </a:t>
            </a:r>
            <a:br>
              <a:rPr lang="en" sz="900">
                <a:solidFill>
                  <a:schemeClr val="dk1"/>
                </a:solidFill>
                <a:latin typeface="Poppins"/>
                <a:ea typeface="Poppins"/>
                <a:cs typeface="Poppins"/>
                <a:sym typeface="Poppins"/>
              </a:rPr>
            </a:br>
            <a:r>
              <a:rPr lang="en" sz="900">
                <a:solidFill>
                  <a:schemeClr val="dk1"/>
                </a:solidFill>
                <a:latin typeface="Poppins"/>
                <a:ea typeface="Poppins"/>
                <a:cs typeface="Poppins"/>
                <a:sym typeface="Poppins"/>
              </a:rPr>
              <a:t>processing and automated commenting</a:t>
            </a:r>
            <a:endParaRPr sz="9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9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000"/>
              <a:buFont typeface="Arial"/>
              <a:buNone/>
            </a:pPr>
            <a:r>
              <a:rPr b="1" lang="en" sz="900">
                <a:solidFill>
                  <a:schemeClr val="dk1"/>
                </a:solidFill>
                <a:latin typeface="Poppins"/>
                <a:ea typeface="Poppins"/>
                <a:cs typeface="Poppins"/>
                <a:sym typeface="Poppins"/>
              </a:rPr>
              <a:t>Connecters: </a:t>
            </a:r>
            <a:r>
              <a:rPr lang="en" sz="900">
                <a:solidFill>
                  <a:schemeClr val="dk1"/>
                </a:solidFill>
                <a:latin typeface="Poppins"/>
                <a:ea typeface="Poppins"/>
                <a:cs typeface="Poppins"/>
                <a:sym typeface="Poppins"/>
              </a:rPr>
              <a:t>Jira Cloud &amp; Atlassian Gov Cloud</a:t>
            </a:r>
            <a:endParaRPr sz="900">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000"/>
              <a:buFont typeface="Arial"/>
              <a:buNone/>
            </a:pPr>
            <a:r>
              <a:t/>
            </a:r>
            <a:endParaRPr sz="900">
              <a:latin typeface="Poppins"/>
              <a:ea typeface="Poppins"/>
              <a:cs typeface="Poppins"/>
              <a:sym typeface="Poppins"/>
            </a:endParaRPr>
          </a:p>
        </p:txBody>
      </p:sp>
      <p:sp>
        <p:nvSpPr>
          <p:cNvPr id="190" name="Google Shape;190;p31"/>
          <p:cNvSpPr/>
          <p:nvPr/>
        </p:nvSpPr>
        <p:spPr>
          <a:xfrm>
            <a:off x="460144" y="406188"/>
            <a:ext cx="2286000" cy="1143000"/>
          </a:xfrm>
          <a:prstGeom prst="roundRect">
            <a:avLst>
              <a:gd fmla="val 5663" name="adj"/>
            </a:avLst>
          </a:prstGeom>
          <a:noFill/>
          <a:ln cap="flat" cmpd="sng" w="19050">
            <a:solidFill>
              <a:srgbClr val="48DD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91" name="Google Shape;191;p31"/>
          <p:cNvSpPr txBox="1"/>
          <p:nvPr/>
        </p:nvSpPr>
        <p:spPr>
          <a:xfrm>
            <a:off x="3209625" y="402425"/>
            <a:ext cx="5486400" cy="6723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i="0" lang="en" sz="2200" u="none" cap="none" strike="noStrike">
                <a:solidFill>
                  <a:srgbClr val="000000"/>
                </a:solidFill>
                <a:latin typeface="Poppins"/>
                <a:ea typeface="Poppins"/>
                <a:cs typeface="Poppins"/>
                <a:sym typeface="Poppins"/>
              </a:rPr>
              <a:t>Atlassian Gov Cloud Migration: </a:t>
            </a:r>
            <a:br>
              <a:rPr b="1" i="0" lang="en" sz="2200" u="none" cap="none" strike="noStrike">
                <a:solidFill>
                  <a:srgbClr val="000000"/>
                </a:solidFill>
                <a:latin typeface="Poppins"/>
                <a:ea typeface="Poppins"/>
                <a:cs typeface="Poppins"/>
                <a:sym typeface="Poppins"/>
              </a:rPr>
            </a:br>
            <a:r>
              <a:rPr b="1" i="0" lang="en" sz="2200" u="none" cap="none" strike="noStrike">
                <a:solidFill>
                  <a:srgbClr val="000000"/>
                </a:solidFill>
                <a:latin typeface="Poppins"/>
                <a:ea typeface="Poppins"/>
                <a:cs typeface="Poppins"/>
                <a:sym typeface="Poppins"/>
              </a:rPr>
              <a:t>400,000 Jira Comments in </a:t>
            </a:r>
            <a:r>
              <a:rPr b="1" i="0" lang="en" sz="2200" u="none" cap="none" strike="noStrike">
                <a:solidFill>
                  <a:srgbClr val="000000"/>
                </a:solidFill>
                <a:latin typeface="Poppins"/>
                <a:ea typeface="Poppins"/>
                <a:cs typeface="Poppins"/>
                <a:sym typeface="Poppins"/>
              </a:rPr>
              <a:t>10</a:t>
            </a:r>
            <a:r>
              <a:rPr b="1" i="0" lang="en" sz="2200" u="none" cap="none" strike="noStrike">
                <a:solidFill>
                  <a:srgbClr val="000000"/>
                </a:solidFill>
                <a:latin typeface="Poppins"/>
                <a:ea typeface="Poppins"/>
                <a:cs typeface="Poppins"/>
                <a:sym typeface="Poppins"/>
              </a:rPr>
              <a:t> Hours</a:t>
            </a:r>
            <a:endParaRPr b="1" i="0" sz="2200" u="none" cap="none" strike="noStrike">
              <a:solidFill>
                <a:srgbClr val="000000"/>
              </a:solidFill>
              <a:latin typeface="Poppins"/>
              <a:ea typeface="Poppins"/>
              <a:cs typeface="Poppins"/>
              <a:sym typeface="Poppins"/>
            </a:endParaRPr>
          </a:p>
        </p:txBody>
      </p:sp>
      <p:sp>
        <p:nvSpPr>
          <p:cNvPr id="192" name="Google Shape;192;p31"/>
          <p:cNvSpPr txBox="1"/>
          <p:nvPr/>
        </p:nvSpPr>
        <p:spPr>
          <a:xfrm>
            <a:off x="6055614" y="3440925"/>
            <a:ext cx="1143000" cy="86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500"/>
              </a:spcBef>
              <a:spcAft>
                <a:spcPts val="0"/>
              </a:spcAft>
              <a:buNone/>
            </a:pPr>
            <a:r>
              <a:rPr b="1" i="0" lang="en" sz="1600" u="none" cap="none" strike="noStrike">
                <a:solidFill>
                  <a:srgbClr val="48DDCE"/>
                </a:solidFill>
                <a:latin typeface="Poppins"/>
                <a:ea typeface="Poppins"/>
                <a:cs typeface="Poppins"/>
                <a:sym typeface="Poppins"/>
              </a:rPr>
              <a:t>Zero errors</a:t>
            </a:r>
            <a:r>
              <a:rPr b="1" i="0" lang="en" sz="1200" u="none" cap="none" strike="noStrike">
                <a:solidFill>
                  <a:srgbClr val="3FB8AE"/>
                </a:solidFill>
                <a:latin typeface="Poppins"/>
                <a:ea typeface="Poppins"/>
                <a:cs typeface="Poppins"/>
                <a:sym typeface="Poppins"/>
              </a:rPr>
              <a:t> </a:t>
            </a:r>
            <a:br>
              <a:rPr b="1" i="0" lang="en" sz="1000" u="none" cap="none" strike="noStrike">
                <a:solidFill>
                  <a:schemeClr val="dk1"/>
                </a:solidFill>
                <a:latin typeface="Poppins"/>
                <a:ea typeface="Poppins"/>
                <a:cs typeface="Poppins"/>
                <a:sym typeface="Poppins"/>
              </a:rPr>
            </a:br>
            <a:r>
              <a:rPr i="0" lang="en" sz="1000" u="none" cap="none" strike="noStrike">
                <a:solidFill>
                  <a:schemeClr val="dk1"/>
                </a:solidFill>
                <a:latin typeface="Poppins"/>
                <a:ea typeface="Poppins"/>
                <a:cs typeface="Poppins"/>
                <a:sym typeface="Poppins"/>
              </a:rPr>
              <a:t>or failures throughout the entire migration process</a:t>
            </a:r>
            <a:endParaRPr sz="1000">
              <a:solidFill>
                <a:schemeClr val="dk1"/>
              </a:solidFill>
              <a:latin typeface="Poppins"/>
              <a:ea typeface="Poppins"/>
              <a:cs typeface="Poppins"/>
              <a:sym typeface="Poppins"/>
            </a:endParaRPr>
          </a:p>
        </p:txBody>
      </p:sp>
      <p:sp>
        <p:nvSpPr>
          <p:cNvPr id="193" name="Google Shape;193;p31"/>
          <p:cNvSpPr txBox="1"/>
          <p:nvPr/>
        </p:nvSpPr>
        <p:spPr>
          <a:xfrm>
            <a:off x="3207650" y="1127175"/>
            <a:ext cx="5486400" cy="883200"/>
          </a:xfrm>
          <a:prstGeom prst="rect">
            <a:avLst/>
          </a:prstGeom>
          <a:noFill/>
          <a:ln>
            <a:noFill/>
          </a:ln>
        </p:spPr>
        <p:txBody>
          <a:bodyPr anchorCtr="0" anchor="t" bIns="91425" lIns="0"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800" u="none" cap="none" strike="noStrike">
                <a:solidFill>
                  <a:srgbClr val="000000"/>
                </a:solidFill>
                <a:latin typeface="Poppins"/>
                <a:ea typeface="Poppins"/>
                <a:cs typeface="Poppins"/>
                <a:sym typeface="Poppins"/>
              </a:rPr>
              <a:t>The Challenge</a:t>
            </a:r>
            <a:endParaRPr b="1" i="0" sz="8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000"/>
              <a:buFont typeface="Arial"/>
              <a:buNone/>
            </a:pPr>
            <a:r>
              <a:rPr b="0" i="0" lang="en" sz="900" u="none" cap="none" strike="noStrike">
                <a:solidFill>
                  <a:srgbClr val="000000"/>
                </a:solidFill>
                <a:latin typeface="Poppins"/>
                <a:ea typeface="Poppins"/>
                <a:cs typeface="Poppins"/>
                <a:sym typeface="Poppins"/>
              </a:rPr>
              <a:t>Samsara needed to migrate their entire company from Jira Cloud to Atlassian Gov Cloud. The task seemed simple: leave a comment on tickets from the last year pointing to the new location on AGC. However, the original JQL query returned about 400,000 results. Due to Jira API limits, these had to be handled in batches of 5,000 or less - a massive undertaking that required</a:t>
            </a:r>
            <a:r>
              <a:rPr lang="en" sz="900">
                <a:latin typeface="Poppins"/>
                <a:ea typeface="Poppins"/>
                <a:cs typeface="Poppins"/>
                <a:sym typeface="Poppins"/>
              </a:rPr>
              <a:t> precision</a:t>
            </a:r>
            <a:r>
              <a:rPr b="0" i="0" lang="en" sz="900" u="none" cap="none" strike="noStrike">
                <a:solidFill>
                  <a:srgbClr val="000000"/>
                </a:solidFill>
                <a:latin typeface="Poppins"/>
                <a:ea typeface="Poppins"/>
                <a:cs typeface="Poppins"/>
                <a:sym typeface="Poppins"/>
              </a:rPr>
              <a:t>.</a:t>
            </a:r>
            <a:endParaRPr b="0" i="0" sz="9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000"/>
              <a:buFont typeface="Arial"/>
              <a:buNone/>
            </a:pPr>
            <a:r>
              <a:t/>
            </a:r>
            <a:endParaRPr sz="1000">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000"/>
              <a:buFont typeface="Arial"/>
              <a:buNone/>
            </a:pPr>
            <a:r>
              <a:t/>
            </a:r>
            <a:endParaRPr sz="1300"/>
          </a:p>
        </p:txBody>
      </p:sp>
      <p:sp>
        <p:nvSpPr>
          <p:cNvPr id="194" name="Google Shape;194;p31"/>
          <p:cNvSpPr txBox="1"/>
          <p:nvPr/>
        </p:nvSpPr>
        <p:spPr>
          <a:xfrm>
            <a:off x="604568" y="4317800"/>
            <a:ext cx="2159700" cy="207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 sz="900" u="none" cap="none" strike="noStrike">
                <a:solidFill>
                  <a:srgbClr val="000000"/>
                </a:solidFill>
                <a:latin typeface="Poppins"/>
                <a:ea typeface="Poppins"/>
                <a:cs typeface="Poppins"/>
                <a:sym typeface="Poppins"/>
              </a:rPr>
              <a:t>Kevin Bay, Engineer at Samsara</a:t>
            </a:r>
            <a:endParaRPr b="1" i="0" sz="900" u="none" cap="none" strike="noStrike">
              <a:solidFill>
                <a:srgbClr val="000000"/>
              </a:solidFill>
              <a:latin typeface="Poppins"/>
              <a:ea typeface="Poppins"/>
              <a:cs typeface="Poppins"/>
              <a:sym typeface="Poppins"/>
            </a:endParaRPr>
          </a:p>
        </p:txBody>
      </p:sp>
      <p:sp>
        <p:nvSpPr>
          <p:cNvPr id="195" name="Google Shape;195;p31"/>
          <p:cNvSpPr txBox="1"/>
          <p:nvPr/>
        </p:nvSpPr>
        <p:spPr>
          <a:xfrm>
            <a:off x="579731" y="3488650"/>
            <a:ext cx="2043900" cy="861900"/>
          </a:xfrm>
          <a:prstGeom prst="rect">
            <a:avLst/>
          </a:prstGeom>
          <a:noFill/>
          <a:ln>
            <a:noFill/>
          </a:ln>
        </p:spPr>
        <p:txBody>
          <a:bodyPr anchorCtr="0" anchor="t" bIns="0" lIns="0" spcFirstLastPara="1" rIns="0" wrap="square" tIns="0">
            <a:noAutofit/>
          </a:bodyPr>
          <a:lstStyle/>
          <a:p>
            <a:pPr indent="-27432" lvl="0" marL="27432" marR="0" rtl="0" algn="l">
              <a:lnSpc>
                <a:spcPct val="100000"/>
              </a:lnSpc>
              <a:spcBef>
                <a:spcPts val="0"/>
              </a:spcBef>
              <a:spcAft>
                <a:spcPts val="0"/>
              </a:spcAft>
              <a:buClr>
                <a:srgbClr val="000000"/>
              </a:buClr>
              <a:buSzPts val="900"/>
              <a:buFont typeface="Arial"/>
              <a:buNone/>
            </a:pPr>
            <a:r>
              <a:rPr b="0" i="0" lang="en" sz="1000" u="none" cap="none" strike="noStrike">
                <a:solidFill>
                  <a:srgbClr val="000000"/>
                </a:solidFill>
                <a:latin typeface="Poppins"/>
                <a:ea typeface="Poppins"/>
                <a:cs typeface="Poppins"/>
                <a:sym typeface="Poppins"/>
              </a:rPr>
              <a:t>"In my experience, this is the hardest I've ever pushed Workato as a platform, and it was a breeze. 10/10 would choose again."</a:t>
            </a:r>
            <a:endParaRPr b="0" i="0" sz="1000" u="none" cap="none" strike="noStrike">
              <a:solidFill>
                <a:srgbClr val="000000"/>
              </a:solidFill>
              <a:latin typeface="Poppins"/>
              <a:ea typeface="Poppins"/>
              <a:cs typeface="Poppins"/>
              <a:sym typeface="Poppins"/>
            </a:endParaRPr>
          </a:p>
        </p:txBody>
      </p:sp>
      <p:pic>
        <p:nvPicPr>
          <p:cNvPr id="196" name="Google Shape;196;p31" title="samsara logo.png"/>
          <p:cNvPicPr preferRelativeResize="0"/>
          <p:nvPr/>
        </p:nvPicPr>
        <p:blipFill>
          <a:blip r:embed="rId3">
            <a:alphaModFix/>
          </a:blip>
          <a:stretch>
            <a:fillRect/>
          </a:stretch>
        </p:blipFill>
        <p:spPr>
          <a:xfrm>
            <a:off x="723999" y="788244"/>
            <a:ext cx="1730101" cy="415500"/>
          </a:xfrm>
          <a:prstGeom prst="rect">
            <a:avLst/>
          </a:prstGeom>
          <a:noFill/>
          <a:ln>
            <a:noFill/>
          </a:ln>
        </p:spPr>
      </p:pic>
      <p:pic>
        <p:nvPicPr>
          <p:cNvPr id="197" name="Google Shape;197;p31"/>
          <p:cNvPicPr preferRelativeResize="0"/>
          <p:nvPr/>
        </p:nvPicPr>
        <p:blipFill rotWithShape="1">
          <a:blip r:embed="rId4">
            <a:alphaModFix/>
          </a:blip>
          <a:srcRect b="35199" l="6702" r="1478" t="33453"/>
          <a:stretch/>
        </p:blipFill>
        <p:spPr>
          <a:xfrm>
            <a:off x="7970114" y="4782469"/>
            <a:ext cx="804474" cy="144201"/>
          </a:xfrm>
          <a:prstGeom prst="rect">
            <a:avLst/>
          </a:prstGeom>
          <a:noFill/>
          <a:ln>
            <a:noFill/>
          </a:ln>
        </p:spPr>
      </p:pic>
      <p:pic>
        <p:nvPicPr>
          <p:cNvPr id="198" name="Google Shape;198;p31"/>
          <p:cNvPicPr preferRelativeResize="0"/>
          <p:nvPr/>
        </p:nvPicPr>
        <p:blipFill>
          <a:blip r:embed="rId5">
            <a:alphaModFix/>
          </a:blip>
          <a:stretch>
            <a:fillRect/>
          </a:stretch>
        </p:blipFill>
        <p:spPr>
          <a:xfrm>
            <a:off x="7405650" y="4786315"/>
            <a:ext cx="311105" cy="207025"/>
          </a:xfrm>
          <a:prstGeom prst="rect">
            <a:avLst/>
          </a:prstGeom>
          <a:noFill/>
          <a:ln>
            <a:noFill/>
          </a:ln>
        </p:spPr>
      </p:pic>
      <p:cxnSp>
        <p:nvCxnSpPr>
          <p:cNvPr id="199" name="Google Shape;199;p31"/>
          <p:cNvCxnSpPr/>
          <p:nvPr/>
        </p:nvCxnSpPr>
        <p:spPr>
          <a:xfrm>
            <a:off x="7870759" y="4775325"/>
            <a:ext cx="0" cy="181500"/>
          </a:xfrm>
          <a:prstGeom prst="straightConnector1">
            <a:avLst/>
          </a:prstGeom>
          <a:noFill/>
          <a:ln cap="flat" cmpd="sng" w="9525">
            <a:solidFill>
              <a:srgbClr val="686868"/>
            </a:solidFill>
            <a:prstDash val="solid"/>
            <a:round/>
            <a:headEnd len="med" w="med" type="none"/>
            <a:tailEnd len="med" w="med" type="none"/>
          </a:ln>
        </p:spPr>
      </p:cxnSp>
      <p:sp>
        <p:nvSpPr>
          <p:cNvPr id="200" name="Google Shape;200;p31"/>
          <p:cNvSpPr txBox="1"/>
          <p:nvPr/>
        </p:nvSpPr>
        <p:spPr>
          <a:xfrm>
            <a:off x="457200" y="4782892"/>
            <a:ext cx="3442800" cy="253800"/>
          </a:xfrm>
          <a:prstGeom prst="rect">
            <a:avLst/>
          </a:prstGeom>
          <a:noFill/>
          <a:ln>
            <a:noFill/>
          </a:ln>
        </p:spPr>
        <p:txBody>
          <a:bodyPr anchorCtr="0" anchor="t" bIns="0" lIns="0" spcFirstLastPara="1" rIns="91425" wrap="square" tIns="0">
            <a:noAutofit/>
          </a:bodyPr>
          <a:lstStyle/>
          <a:p>
            <a:pPr indent="0" lvl="0" marL="0" rtl="0" algn="l">
              <a:spcBef>
                <a:spcPts val="0"/>
              </a:spcBef>
              <a:spcAft>
                <a:spcPts val="0"/>
              </a:spcAft>
              <a:buNone/>
            </a:pPr>
            <a:r>
              <a:rPr lang="en" sz="1000">
                <a:solidFill>
                  <a:schemeClr val="dk2"/>
                </a:solidFill>
                <a:latin typeface="Poppins"/>
                <a:ea typeface="Poppins"/>
                <a:cs typeface="Poppins"/>
                <a:sym typeface="Poppins"/>
              </a:rPr>
              <a:t>CUSTOMER HIGHLIGHT</a:t>
            </a:r>
            <a:endParaRPr sz="1000">
              <a:solidFill>
                <a:schemeClr val="dk2"/>
              </a:solidFill>
              <a:latin typeface="Poppins"/>
              <a:ea typeface="Poppins"/>
              <a:cs typeface="Poppins"/>
              <a:sym typeface="Poppins"/>
            </a:endParaRPr>
          </a:p>
        </p:txBody>
      </p:sp>
      <p:sp>
        <p:nvSpPr>
          <p:cNvPr id="201" name="Google Shape;201;p31"/>
          <p:cNvSpPr txBox="1"/>
          <p:nvPr/>
        </p:nvSpPr>
        <p:spPr>
          <a:xfrm>
            <a:off x="3284475" y="3440925"/>
            <a:ext cx="1188000" cy="144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48DDCE"/>
                </a:solidFill>
                <a:latin typeface="Poppins"/>
                <a:ea typeface="Poppins"/>
                <a:cs typeface="Poppins"/>
                <a:sym typeface="Poppins"/>
              </a:rPr>
              <a:t>400,000 </a:t>
            </a:r>
            <a:br>
              <a:rPr b="1" lang="en" sz="1300">
                <a:solidFill>
                  <a:srgbClr val="3FB8AE"/>
                </a:solidFill>
                <a:latin typeface="Poppins"/>
                <a:ea typeface="Poppins"/>
                <a:cs typeface="Poppins"/>
                <a:sym typeface="Poppins"/>
              </a:rPr>
            </a:br>
            <a:r>
              <a:rPr lang="en" sz="1000">
                <a:solidFill>
                  <a:schemeClr val="dk1"/>
                </a:solidFill>
                <a:latin typeface="Poppins"/>
                <a:ea typeface="Poppins"/>
                <a:cs typeface="Poppins"/>
                <a:sym typeface="Poppins"/>
              </a:rPr>
              <a:t>Jira comments posted successfully across the entire migration</a:t>
            </a:r>
            <a:endParaRPr sz="1000">
              <a:solidFill>
                <a:schemeClr val="dk1"/>
              </a:solidFill>
              <a:latin typeface="Poppins"/>
              <a:ea typeface="Poppins"/>
              <a:cs typeface="Poppins"/>
              <a:sym typeface="Poppins"/>
            </a:endParaRPr>
          </a:p>
        </p:txBody>
      </p:sp>
      <p:sp>
        <p:nvSpPr>
          <p:cNvPr id="202" name="Google Shape;202;p31"/>
          <p:cNvSpPr txBox="1"/>
          <p:nvPr/>
        </p:nvSpPr>
        <p:spPr>
          <a:xfrm>
            <a:off x="4658819" y="3440925"/>
            <a:ext cx="1143000" cy="10158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0"/>
              </a:spcAft>
              <a:buNone/>
            </a:pPr>
            <a:r>
              <a:rPr b="1" lang="en" sz="1600">
                <a:solidFill>
                  <a:srgbClr val="48DDCE"/>
                </a:solidFill>
                <a:latin typeface="Poppins"/>
                <a:ea typeface="Poppins"/>
                <a:cs typeface="Poppins"/>
                <a:sym typeface="Poppins"/>
              </a:rPr>
              <a:t>10 hours</a:t>
            </a:r>
            <a:r>
              <a:rPr lang="en" sz="1600">
                <a:solidFill>
                  <a:srgbClr val="48DDCE"/>
                </a:solidFill>
                <a:latin typeface="Poppins"/>
                <a:ea typeface="Poppins"/>
                <a:cs typeface="Poppins"/>
                <a:sym typeface="Poppins"/>
              </a:rPr>
              <a:t> </a:t>
            </a:r>
            <a:br>
              <a:rPr lang="en" sz="1000">
                <a:solidFill>
                  <a:schemeClr val="dk1"/>
                </a:solidFill>
                <a:latin typeface="Poppins"/>
                <a:ea typeface="Poppins"/>
                <a:cs typeface="Poppins"/>
                <a:sym typeface="Poppins"/>
              </a:rPr>
            </a:br>
            <a:r>
              <a:rPr lang="en" sz="1000">
                <a:solidFill>
                  <a:schemeClr val="dk1"/>
                </a:solidFill>
                <a:latin typeface="Poppins"/>
                <a:ea typeface="Poppins"/>
                <a:cs typeface="Poppins"/>
                <a:sym typeface="Poppins"/>
              </a:rPr>
              <a:t>total migration processing time with zero manual intervention required</a:t>
            </a:r>
            <a:endParaRPr>
              <a:solidFill>
                <a:schemeClr val="dk1"/>
              </a:solidFill>
            </a:endParaRPr>
          </a:p>
        </p:txBody>
      </p:sp>
      <p:sp>
        <p:nvSpPr>
          <p:cNvPr id="203" name="Google Shape;203;p31"/>
          <p:cNvSpPr txBox="1"/>
          <p:nvPr/>
        </p:nvSpPr>
        <p:spPr>
          <a:xfrm>
            <a:off x="7437418" y="3455899"/>
            <a:ext cx="1143000" cy="8619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0"/>
              </a:spcAft>
              <a:buNone/>
            </a:pPr>
            <a:r>
              <a:rPr b="1" lang="en" sz="1600">
                <a:solidFill>
                  <a:srgbClr val="48DDCE"/>
                </a:solidFill>
                <a:latin typeface="Poppins"/>
                <a:ea typeface="Poppins"/>
                <a:cs typeface="Poppins"/>
                <a:sym typeface="Poppins"/>
              </a:rPr>
              <a:t>Seamless</a:t>
            </a:r>
            <a:r>
              <a:rPr b="1" lang="en" sz="1200">
                <a:solidFill>
                  <a:srgbClr val="3FB8AE"/>
                </a:solidFill>
                <a:latin typeface="Poppins"/>
                <a:ea typeface="Poppins"/>
                <a:cs typeface="Poppins"/>
                <a:sym typeface="Poppins"/>
              </a:rPr>
              <a:t> </a:t>
            </a:r>
            <a:br>
              <a:rPr b="1" lang="en" sz="1200">
                <a:solidFill>
                  <a:srgbClr val="3FB8AE"/>
                </a:solidFill>
                <a:latin typeface="Poppins"/>
                <a:ea typeface="Poppins"/>
                <a:cs typeface="Poppins"/>
                <a:sym typeface="Poppins"/>
              </a:rPr>
            </a:br>
            <a:r>
              <a:rPr lang="en" sz="1000">
                <a:solidFill>
                  <a:schemeClr val="dk1"/>
                </a:solidFill>
                <a:latin typeface="Poppins"/>
                <a:ea typeface="Poppins"/>
                <a:cs typeface="Poppins"/>
                <a:sym typeface="Poppins"/>
              </a:rPr>
              <a:t>handling on API rate limits on p</a:t>
            </a:r>
            <a:r>
              <a:rPr lang="en" sz="1000">
                <a:solidFill>
                  <a:schemeClr val="dk1"/>
                </a:solidFill>
                <a:latin typeface="Poppins"/>
                <a:ea typeface="Poppins"/>
                <a:cs typeface="Poppins"/>
                <a:sym typeface="Poppins"/>
              </a:rPr>
              <a:t>arallel job processing</a:t>
            </a:r>
            <a:endParaRPr/>
          </a:p>
        </p:txBody>
      </p:sp>
      <p:cxnSp>
        <p:nvCxnSpPr>
          <p:cNvPr id="204" name="Google Shape;204;p31"/>
          <p:cNvCxnSpPr/>
          <p:nvPr/>
        </p:nvCxnSpPr>
        <p:spPr>
          <a:xfrm>
            <a:off x="372900" y="4706300"/>
            <a:ext cx="8429100" cy="0"/>
          </a:xfrm>
          <a:prstGeom prst="straightConnector1">
            <a:avLst/>
          </a:prstGeom>
          <a:noFill/>
          <a:ln cap="flat" cmpd="sng" w="9525">
            <a:solidFill>
              <a:srgbClr val="48DDCE"/>
            </a:solidFill>
            <a:prstDash val="solid"/>
            <a:round/>
            <a:headEnd len="med" w="med" type="none"/>
            <a:tailEnd len="med" w="med" type="none"/>
          </a:ln>
        </p:spPr>
      </p:cxnSp>
      <p:sp>
        <p:nvSpPr>
          <p:cNvPr id="205" name="Google Shape;205;p31"/>
          <p:cNvSpPr/>
          <p:nvPr/>
        </p:nvSpPr>
        <p:spPr>
          <a:xfrm>
            <a:off x="0" y="0"/>
            <a:ext cx="9144000" cy="70800"/>
          </a:xfrm>
          <a:prstGeom prst="rect">
            <a:avLst/>
          </a:prstGeom>
          <a:solidFill>
            <a:srgbClr val="48DD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31"/>
          <p:cNvSpPr/>
          <p:nvPr/>
        </p:nvSpPr>
        <p:spPr>
          <a:xfrm>
            <a:off x="3200400" y="3288394"/>
            <a:ext cx="5486400" cy="70800"/>
          </a:xfrm>
          <a:prstGeom prst="rect">
            <a:avLst/>
          </a:prstGeom>
          <a:solidFill>
            <a:srgbClr val="48DD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31"/>
          <p:cNvSpPr txBox="1"/>
          <p:nvPr/>
        </p:nvSpPr>
        <p:spPr>
          <a:xfrm>
            <a:off x="3200400" y="2057700"/>
            <a:ext cx="54957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1"/>
                </a:solidFill>
                <a:latin typeface="Poppins"/>
                <a:ea typeface="Poppins"/>
                <a:cs typeface="Poppins"/>
                <a:sym typeface="Poppins"/>
              </a:rPr>
              <a:t>The Solution</a:t>
            </a:r>
            <a:endParaRPr sz="1200">
              <a:solidFill>
                <a:schemeClr val="dk1"/>
              </a:solidFill>
            </a:endParaRPr>
          </a:p>
          <a:p>
            <a:pPr indent="0" lvl="0" marL="0" rtl="0" algn="l">
              <a:spcBef>
                <a:spcPts val="0"/>
              </a:spcBef>
              <a:spcAft>
                <a:spcPts val="0"/>
              </a:spcAft>
              <a:buNone/>
            </a:pPr>
            <a:r>
              <a:rPr lang="en" sz="900">
                <a:solidFill>
                  <a:schemeClr val="dk1"/>
                </a:solidFill>
                <a:latin typeface="Poppins"/>
                <a:ea typeface="Poppins"/>
                <a:cs typeface="Poppins"/>
                <a:sym typeface="Poppins"/>
              </a:rPr>
              <a:t>Enter Workato. The engineering team chose Workato for its robust job logging, tables functionality, and ability to rerun jobs - critical features for such a large endeavor. They divided the data day by day to keep queries under 5,000 results, then set up a function to asynchronously call their comment function for each day in the range, firing off multiple jobs in parallel. The platform's reliability and ease of setup compared to alternatives like AWS made it the clear choice.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2"/>
          <p:cNvSpPr/>
          <p:nvPr/>
        </p:nvSpPr>
        <p:spPr>
          <a:xfrm>
            <a:off x="6361850" y="1616100"/>
            <a:ext cx="1911300" cy="1911300"/>
          </a:xfrm>
          <a:prstGeom prst="ellipse">
            <a:avLst/>
          </a:prstGeom>
          <a:noFill/>
          <a:ln cap="flat" cmpd="sng" w="19050">
            <a:solidFill>
              <a:srgbClr val="48DDC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32"/>
          <p:cNvSpPr txBox="1"/>
          <p:nvPr/>
        </p:nvSpPr>
        <p:spPr>
          <a:xfrm>
            <a:off x="6286100" y="3861475"/>
            <a:ext cx="1031400" cy="6525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50"/>
              <a:buFont typeface="Arial"/>
              <a:buNone/>
            </a:pPr>
            <a:r>
              <a:rPr b="1" i="0" lang="en" sz="1200" u="none" cap="none" strike="noStrike">
                <a:solidFill>
                  <a:srgbClr val="46ADB0"/>
                </a:solidFill>
                <a:latin typeface="Poppins"/>
                <a:ea typeface="Poppins"/>
                <a:cs typeface="Poppins"/>
                <a:sym typeface="Poppins"/>
              </a:rPr>
              <a:t>Kevin Bay</a:t>
            </a:r>
            <a:br>
              <a:rPr b="1" lang="en" sz="1200">
                <a:solidFill>
                  <a:srgbClr val="46ADB0"/>
                </a:solidFill>
                <a:latin typeface="Poppins"/>
                <a:ea typeface="Poppins"/>
                <a:cs typeface="Poppins"/>
                <a:sym typeface="Poppins"/>
              </a:rPr>
            </a:br>
            <a:r>
              <a:rPr i="0" lang="en" sz="1200" u="none" cap="none" strike="noStrike">
                <a:solidFill>
                  <a:srgbClr val="46ADB0"/>
                </a:solidFill>
                <a:latin typeface="Poppins"/>
                <a:ea typeface="Poppins"/>
                <a:cs typeface="Poppins"/>
                <a:sym typeface="Poppins"/>
              </a:rPr>
              <a:t>Engineer </a:t>
            </a:r>
            <a:br>
              <a:rPr lang="en" sz="1200">
                <a:solidFill>
                  <a:srgbClr val="46ADB0"/>
                </a:solidFill>
                <a:latin typeface="Poppins"/>
                <a:ea typeface="Poppins"/>
                <a:cs typeface="Poppins"/>
                <a:sym typeface="Poppins"/>
              </a:rPr>
            </a:br>
            <a:r>
              <a:rPr i="0" lang="en" sz="1200" u="none" cap="none" strike="noStrike">
                <a:solidFill>
                  <a:srgbClr val="46ADB0"/>
                </a:solidFill>
                <a:latin typeface="Poppins"/>
                <a:ea typeface="Poppins"/>
                <a:cs typeface="Poppins"/>
                <a:sym typeface="Poppins"/>
              </a:rPr>
              <a:t>Samsara</a:t>
            </a:r>
            <a:endParaRPr i="0" sz="1200" u="none" cap="none" strike="noStrike">
              <a:solidFill>
                <a:srgbClr val="46ADB0"/>
              </a:solidFill>
              <a:latin typeface="Poppins"/>
              <a:ea typeface="Poppins"/>
              <a:cs typeface="Poppins"/>
              <a:sym typeface="Poppins"/>
            </a:endParaRPr>
          </a:p>
        </p:txBody>
      </p:sp>
      <p:sp>
        <p:nvSpPr>
          <p:cNvPr id="214" name="Google Shape;214;p32"/>
          <p:cNvSpPr txBox="1"/>
          <p:nvPr/>
        </p:nvSpPr>
        <p:spPr>
          <a:xfrm>
            <a:off x="1352225" y="2036150"/>
            <a:ext cx="4600500" cy="2058300"/>
          </a:xfrm>
          <a:prstGeom prst="rect">
            <a:avLst/>
          </a:prstGeom>
          <a:noFill/>
          <a:ln>
            <a:noFill/>
          </a:ln>
        </p:spPr>
        <p:txBody>
          <a:bodyPr anchorCtr="0" anchor="t" bIns="0" lIns="0" spcFirstLastPara="1" rIns="0" wrap="square" tIns="0">
            <a:noAutofit/>
          </a:bodyPr>
          <a:lstStyle/>
          <a:p>
            <a:pPr indent="-182880" lvl="0" marL="182880" marR="0" rtl="0" algn="l">
              <a:lnSpc>
                <a:spcPct val="100000"/>
              </a:lnSpc>
              <a:spcBef>
                <a:spcPts val="0"/>
              </a:spcBef>
              <a:spcAft>
                <a:spcPts val="0"/>
              </a:spcAft>
              <a:buClr>
                <a:srgbClr val="000000"/>
              </a:buClr>
              <a:buSzPts val="900"/>
              <a:buFont typeface="Arial"/>
              <a:buNone/>
            </a:pPr>
            <a:r>
              <a:rPr lang="en" sz="2400">
                <a:latin typeface="Poppins"/>
                <a:ea typeface="Poppins"/>
                <a:cs typeface="Poppins"/>
                <a:sym typeface="Poppins"/>
              </a:rPr>
              <a:t>“ </a:t>
            </a:r>
            <a:r>
              <a:rPr b="0" i="0" lang="en" sz="2400" u="none" cap="none" strike="noStrike">
                <a:solidFill>
                  <a:srgbClr val="000000"/>
                </a:solidFill>
                <a:latin typeface="Poppins"/>
                <a:ea typeface="Poppins"/>
                <a:cs typeface="Poppins"/>
                <a:sym typeface="Poppins"/>
              </a:rPr>
              <a:t>In my experience, this is the hardest I've ever pushed Workato as a platform, and it was a breeze. 10/10 would choose again. </a:t>
            </a:r>
            <a:r>
              <a:rPr lang="en" sz="2400">
                <a:latin typeface="Poppins"/>
                <a:ea typeface="Poppins"/>
                <a:cs typeface="Poppins"/>
                <a:sym typeface="Poppins"/>
              </a:rPr>
              <a:t>”</a:t>
            </a:r>
            <a:endParaRPr b="0" i="0" sz="2400" u="none" cap="none" strike="noStrike">
              <a:solidFill>
                <a:srgbClr val="000000"/>
              </a:solidFill>
              <a:latin typeface="Poppins"/>
              <a:ea typeface="Poppins"/>
              <a:cs typeface="Poppins"/>
              <a:sym typeface="Poppins"/>
            </a:endParaRPr>
          </a:p>
        </p:txBody>
      </p:sp>
      <p:pic>
        <p:nvPicPr>
          <p:cNvPr id="215" name="Google Shape;215;p32"/>
          <p:cNvPicPr preferRelativeResize="0"/>
          <p:nvPr/>
        </p:nvPicPr>
        <p:blipFill rotWithShape="1">
          <a:blip r:embed="rId3">
            <a:alphaModFix/>
          </a:blip>
          <a:srcRect b="35199" l="6702" r="1478" t="33453"/>
          <a:stretch/>
        </p:blipFill>
        <p:spPr>
          <a:xfrm>
            <a:off x="7970114" y="4782469"/>
            <a:ext cx="804474" cy="144201"/>
          </a:xfrm>
          <a:prstGeom prst="rect">
            <a:avLst/>
          </a:prstGeom>
          <a:noFill/>
          <a:ln>
            <a:noFill/>
          </a:ln>
        </p:spPr>
      </p:pic>
      <p:pic>
        <p:nvPicPr>
          <p:cNvPr id="216" name="Google Shape;216;p32"/>
          <p:cNvPicPr preferRelativeResize="0"/>
          <p:nvPr/>
        </p:nvPicPr>
        <p:blipFill>
          <a:blip r:embed="rId4">
            <a:alphaModFix/>
          </a:blip>
          <a:stretch>
            <a:fillRect/>
          </a:stretch>
        </p:blipFill>
        <p:spPr>
          <a:xfrm>
            <a:off x="7405650" y="4786315"/>
            <a:ext cx="311105" cy="207025"/>
          </a:xfrm>
          <a:prstGeom prst="rect">
            <a:avLst/>
          </a:prstGeom>
          <a:noFill/>
          <a:ln>
            <a:noFill/>
          </a:ln>
        </p:spPr>
      </p:pic>
      <p:cxnSp>
        <p:nvCxnSpPr>
          <p:cNvPr id="217" name="Google Shape;217;p32"/>
          <p:cNvCxnSpPr/>
          <p:nvPr/>
        </p:nvCxnSpPr>
        <p:spPr>
          <a:xfrm>
            <a:off x="7870759" y="4775325"/>
            <a:ext cx="0" cy="181500"/>
          </a:xfrm>
          <a:prstGeom prst="straightConnector1">
            <a:avLst/>
          </a:prstGeom>
          <a:noFill/>
          <a:ln cap="flat" cmpd="sng" w="9525">
            <a:solidFill>
              <a:srgbClr val="686868"/>
            </a:solidFill>
            <a:prstDash val="solid"/>
            <a:round/>
            <a:headEnd len="med" w="med" type="none"/>
            <a:tailEnd len="med" w="med" type="none"/>
          </a:ln>
        </p:spPr>
      </p:cxnSp>
      <p:sp>
        <p:nvSpPr>
          <p:cNvPr id="218" name="Google Shape;218;p32"/>
          <p:cNvSpPr txBox="1"/>
          <p:nvPr/>
        </p:nvSpPr>
        <p:spPr>
          <a:xfrm>
            <a:off x="457200" y="4782892"/>
            <a:ext cx="3442800" cy="253800"/>
          </a:xfrm>
          <a:prstGeom prst="rect">
            <a:avLst/>
          </a:prstGeom>
          <a:noFill/>
          <a:ln>
            <a:noFill/>
          </a:ln>
        </p:spPr>
        <p:txBody>
          <a:bodyPr anchorCtr="0" anchor="t" bIns="0" lIns="0" spcFirstLastPara="1" rIns="91425" wrap="square" tIns="0">
            <a:noAutofit/>
          </a:bodyPr>
          <a:lstStyle/>
          <a:p>
            <a:pPr indent="0" lvl="0" marL="0" rtl="0" algn="l">
              <a:spcBef>
                <a:spcPts val="0"/>
              </a:spcBef>
              <a:spcAft>
                <a:spcPts val="0"/>
              </a:spcAft>
              <a:buNone/>
            </a:pPr>
            <a:r>
              <a:rPr lang="en" sz="1000">
                <a:solidFill>
                  <a:schemeClr val="dk2"/>
                </a:solidFill>
                <a:latin typeface="Poppins"/>
                <a:ea typeface="Poppins"/>
                <a:cs typeface="Poppins"/>
                <a:sym typeface="Poppins"/>
              </a:rPr>
              <a:t>CUSTOMER QUOTE</a:t>
            </a:r>
            <a:endParaRPr sz="1000">
              <a:solidFill>
                <a:schemeClr val="dk2"/>
              </a:solidFill>
              <a:latin typeface="Poppins"/>
              <a:ea typeface="Poppins"/>
              <a:cs typeface="Poppins"/>
              <a:sym typeface="Poppins"/>
            </a:endParaRPr>
          </a:p>
        </p:txBody>
      </p:sp>
      <p:cxnSp>
        <p:nvCxnSpPr>
          <p:cNvPr id="219" name="Google Shape;219;p32"/>
          <p:cNvCxnSpPr/>
          <p:nvPr/>
        </p:nvCxnSpPr>
        <p:spPr>
          <a:xfrm>
            <a:off x="372900" y="4706300"/>
            <a:ext cx="8429100" cy="0"/>
          </a:xfrm>
          <a:prstGeom prst="straightConnector1">
            <a:avLst/>
          </a:prstGeom>
          <a:noFill/>
          <a:ln cap="flat" cmpd="sng" w="9525">
            <a:solidFill>
              <a:srgbClr val="48DDCE"/>
            </a:solidFill>
            <a:prstDash val="solid"/>
            <a:round/>
            <a:headEnd len="med" w="med" type="none"/>
            <a:tailEnd len="med" w="med" type="none"/>
          </a:ln>
        </p:spPr>
      </p:cxnSp>
      <p:sp>
        <p:nvSpPr>
          <p:cNvPr id="220" name="Google Shape;220;p32"/>
          <p:cNvSpPr/>
          <p:nvPr/>
        </p:nvSpPr>
        <p:spPr>
          <a:xfrm>
            <a:off x="0" y="0"/>
            <a:ext cx="9144000" cy="70800"/>
          </a:xfrm>
          <a:prstGeom prst="rect">
            <a:avLst/>
          </a:prstGeom>
          <a:solidFill>
            <a:srgbClr val="48DD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32"/>
          <p:cNvSpPr/>
          <p:nvPr/>
        </p:nvSpPr>
        <p:spPr>
          <a:xfrm>
            <a:off x="460144" y="406188"/>
            <a:ext cx="2286000" cy="1143000"/>
          </a:xfrm>
          <a:prstGeom prst="roundRect">
            <a:avLst>
              <a:gd fmla="val 5663" name="adj"/>
            </a:avLst>
          </a:prstGeom>
          <a:solidFill>
            <a:srgbClr val="FFFFFF"/>
          </a:solidFill>
          <a:ln cap="flat" cmpd="sng" w="19050">
            <a:solidFill>
              <a:srgbClr val="48DD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pic>
        <p:nvPicPr>
          <p:cNvPr id="222" name="Google Shape;222;p32" title="samsara logo.png"/>
          <p:cNvPicPr preferRelativeResize="0"/>
          <p:nvPr/>
        </p:nvPicPr>
        <p:blipFill>
          <a:blip r:embed="rId5">
            <a:alphaModFix/>
          </a:blip>
          <a:stretch>
            <a:fillRect/>
          </a:stretch>
        </p:blipFill>
        <p:spPr>
          <a:xfrm>
            <a:off x="723999" y="788244"/>
            <a:ext cx="1730101" cy="415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p:nvPr/>
        </p:nvSpPr>
        <p:spPr>
          <a:xfrm>
            <a:off x="460144" y="406188"/>
            <a:ext cx="2286000" cy="1143000"/>
          </a:xfrm>
          <a:prstGeom prst="roundRect">
            <a:avLst>
              <a:gd fmla="val 5663" name="adj"/>
            </a:avLst>
          </a:prstGeom>
          <a:noFill/>
          <a:ln cap="flat" cmpd="sng" w="19050">
            <a:solidFill>
              <a:srgbClr val="48DD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28" name="Google Shape;228;p33"/>
          <p:cNvSpPr/>
          <p:nvPr/>
        </p:nvSpPr>
        <p:spPr>
          <a:xfrm>
            <a:off x="5020950" y="1717650"/>
            <a:ext cx="3007800" cy="1296600"/>
          </a:xfrm>
          <a:prstGeom prst="roundRect">
            <a:avLst>
              <a:gd fmla="val 703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33"/>
          <p:cNvSpPr/>
          <p:nvPr/>
        </p:nvSpPr>
        <p:spPr>
          <a:xfrm>
            <a:off x="1396450" y="3211975"/>
            <a:ext cx="3007800" cy="1296600"/>
          </a:xfrm>
          <a:prstGeom prst="roundRect">
            <a:avLst>
              <a:gd fmla="val 703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33"/>
          <p:cNvSpPr/>
          <p:nvPr/>
        </p:nvSpPr>
        <p:spPr>
          <a:xfrm>
            <a:off x="5020950" y="3211975"/>
            <a:ext cx="3007800" cy="1296600"/>
          </a:xfrm>
          <a:prstGeom prst="roundRect">
            <a:avLst>
              <a:gd fmla="val 703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33"/>
          <p:cNvSpPr/>
          <p:nvPr/>
        </p:nvSpPr>
        <p:spPr>
          <a:xfrm>
            <a:off x="1396450" y="1717650"/>
            <a:ext cx="3007800" cy="1296600"/>
          </a:xfrm>
          <a:prstGeom prst="roundRect">
            <a:avLst>
              <a:gd fmla="val 703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2" name="Google Shape;232;p33"/>
          <p:cNvPicPr preferRelativeResize="0"/>
          <p:nvPr/>
        </p:nvPicPr>
        <p:blipFill rotWithShape="1">
          <a:blip r:embed="rId3">
            <a:alphaModFix/>
          </a:blip>
          <a:srcRect b="35199" l="6702" r="1478" t="33453"/>
          <a:stretch/>
        </p:blipFill>
        <p:spPr>
          <a:xfrm>
            <a:off x="7970114" y="4782469"/>
            <a:ext cx="804474" cy="144201"/>
          </a:xfrm>
          <a:prstGeom prst="rect">
            <a:avLst/>
          </a:prstGeom>
          <a:noFill/>
          <a:ln>
            <a:noFill/>
          </a:ln>
        </p:spPr>
      </p:pic>
      <p:pic>
        <p:nvPicPr>
          <p:cNvPr id="233" name="Google Shape;233;p33"/>
          <p:cNvPicPr preferRelativeResize="0"/>
          <p:nvPr/>
        </p:nvPicPr>
        <p:blipFill>
          <a:blip r:embed="rId4">
            <a:alphaModFix/>
          </a:blip>
          <a:stretch>
            <a:fillRect/>
          </a:stretch>
        </p:blipFill>
        <p:spPr>
          <a:xfrm>
            <a:off x="7405650" y="4786315"/>
            <a:ext cx="311105" cy="207025"/>
          </a:xfrm>
          <a:prstGeom prst="rect">
            <a:avLst/>
          </a:prstGeom>
          <a:noFill/>
          <a:ln>
            <a:noFill/>
          </a:ln>
        </p:spPr>
      </p:pic>
      <p:cxnSp>
        <p:nvCxnSpPr>
          <p:cNvPr id="234" name="Google Shape;234;p33"/>
          <p:cNvCxnSpPr/>
          <p:nvPr/>
        </p:nvCxnSpPr>
        <p:spPr>
          <a:xfrm>
            <a:off x="7870759" y="4775325"/>
            <a:ext cx="0" cy="181500"/>
          </a:xfrm>
          <a:prstGeom prst="straightConnector1">
            <a:avLst/>
          </a:prstGeom>
          <a:noFill/>
          <a:ln cap="flat" cmpd="sng" w="9525">
            <a:solidFill>
              <a:srgbClr val="686868"/>
            </a:solidFill>
            <a:prstDash val="solid"/>
            <a:round/>
            <a:headEnd len="med" w="med" type="none"/>
            <a:tailEnd len="med" w="med" type="none"/>
          </a:ln>
        </p:spPr>
      </p:cxnSp>
      <p:sp>
        <p:nvSpPr>
          <p:cNvPr id="235" name="Google Shape;235;p33"/>
          <p:cNvSpPr txBox="1"/>
          <p:nvPr/>
        </p:nvSpPr>
        <p:spPr>
          <a:xfrm>
            <a:off x="457200" y="4782892"/>
            <a:ext cx="3442800" cy="253800"/>
          </a:xfrm>
          <a:prstGeom prst="rect">
            <a:avLst/>
          </a:prstGeom>
          <a:noFill/>
          <a:ln>
            <a:noFill/>
          </a:ln>
        </p:spPr>
        <p:txBody>
          <a:bodyPr anchorCtr="0" anchor="t" bIns="0" lIns="0" spcFirstLastPara="1" rIns="91425" wrap="square" tIns="0">
            <a:noAutofit/>
          </a:bodyPr>
          <a:lstStyle/>
          <a:p>
            <a:pPr indent="0" lvl="0" marL="0" rtl="0" algn="l">
              <a:spcBef>
                <a:spcPts val="0"/>
              </a:spcBef>
              <a:spcAft>
                <a:spcPts val="0"/>
              </a:spcAft>
              <a:buNone/>
            </a:pPr>
            <a:r>
              <a:rPr lang="en" sz="1000">
                <a:solidFill>
                  <a:schemeClr val="dk2"/>
                </a:solidFill>
                <a:latin typeface="Poppins"/>
                <a:ea typeface="Poppins"/>
                <a:cs typeface="Poppins"/>
                <a:sym typeface="Poppins"/>
              </a:rPr>
              <a:t>CUSTOMER STATISTICS </a:t>
            </a:r>
            <a:endParaRPr sz="1000">
              <a:solidFill>
                <a:schemeClr val="dk2"/>
              </a:solidFill>
              <a:latin typeface="Poppins"/>
              <a:ea typeface="Poppins"/>
              <a:cs typeface="Poppins"/>
              <a:sym typeface="Poppins"/>
            </a:endParaRPr>
          </a:p>
        </p:txBody>
      </p:sp>
      <p:cxnSp>
        <p:nvCxnSpPr>
          <p:cNvPr id="236" name="Google Shape;236;p33"/>
          <p:cNvCxnSpPr/>
          <p:nvPr/>
        </p:nvCxnSpPr>
        <p:spPr>
          <a:xfrm>
            <a:off x="372900" y="4706300"/>
            <a:ext cx="8429100" cy="0"/>
          </a:xfrm>
          <a:prstGeom prst="straightConnector1">
            <a:avLst/>
          </a:prstGeom>
          <a:noFill/>
          <a:ln cap="flat" cmpd="sng" w="9525">
            <a:solidFill>
              <a:srgbClr val="48DDCE"/>
            </a:solidFill>
            <a:prstDash val="solid"/>
            <a:round/>
            <a:headEnd len="med" w="med" type="none"/>
            <a:tailEnd len="med" w="med" type="none"/>
          </a:ln>
        </p:spPr>
      </p:cxnSp>
      <p:sp>
        <p:nvSpPr>
          <p:cNvPr id="237" name="Google Shape;237;p33"/>
          <p:cNvSpPr/>
          <p:nvPr/>
        </p:nvSpPr>
        <p:spPr>
          <a:xfrm>
            <a:off x="0" y="0"/>
            <a:ext cx="9144000" cy="70800"/>
          </a:xfrm>
          <a:prstGeom prst="rect">
            <a:avLst/>
          </a:prstGeom>
          <a:solidFill>
            <a:srgbClr val="48DD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8" name="Google Shape;238;p33" title="samsara logo.png"/>
          <p:cNvPicPr preferRelativeResize="0"/>
          <p:nvPr/>
        </p:nvPicPr>
        <p:blipFill>
          <a:blip r:embed="rId5">
            <a:alphaModFix/>
          </a:blip>
          <a:stretch>
            <a:fillRect/>
          </a:stretch>
        </p:blipFill>
        <p:spPr>
          <a:xfrm>
            <a:off x="732629" y="779614"/>
            <a:ext cx="1730101" cy="415500"/>
          </a:xfrm>
          <a:prstGeom prst="rect">
            <a:avLst/>
          </a:prstGeom>
          <a:noFill/>
          <a:ln>
            <a:noFill/>
          </a:ln>
        </p:spPr>
      </p:pic>
      <p:sp>
        <p:nvSpPr>
          <p:cNvPr id="239" name="Google Shape;239;p33"/>
          <p:cNvSpPr txBox="1"/>
          <p:nvPr/>
        </p:nvSpPr>
        <p:spPr>
          <a:xfrm>
            <a:off x="5329950" y="1903888"/>
            <a:ext cx="22317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500"/>
              </a:spcBef>
              <a:spcAft>
                <a:spcPts val="0"/>
              </a:spcAft>
              <a:buNone/>
            </a:pPr>
            <a:r>
              <a:rPr b="1" i="0" lang="en" sz="2400" u="none" cap="none" strike="noStrike">
                <a:solidFill>
                  <a:srgbClr val="3FB8AE"/>
                </a:solidFill>
                <a:latin typeface="Poppins"/>
                <a:ea typeface="Poppins"/>
                <a:cs typeface="Poppins"/>
                <a:sym typeface="Poppins"/>
              </a:rPr>
              <a:t>Zero errors </a:t>
            </a:r>
            <a:br>
              <a:rPr b="1" i="0" lang="en" sz="1000" u="none" cap="none" strike="noStrike">
                <a:solidFill>
                  <a:schemeClr val="dk1"/>
                </a:solidFill>
                <a:latin typeface="Poppins"/>
                <a:ea typeface="Poppins"/>
                <a:cs typeface="Poppins"/>
                <a:sym typeface="Poppins"/>
              </a:rPr>
            </a:br>
            <a:r>
              <a:rPr i="0" lang="en" sz="1200" u="none" cap="none" strike="noStrike">
                <a:solidFill>
                  <a:schemeClr val="dk1"/>
                </a:solidFill>
                <a:latin typeface="Poppins"/>
                <a:ea typeface="Poppins"/>
                <a:cs typeface="Poppins"/>
                <a:sym typeface="Poppins"/>
              </a:rPr>
              <a:t>or failures throughout the entire migration process</a:t>
            </a:r>
            <a:endParaRPr sz="1200">
              <a:solidFill>
                <a:schemeClr val="dk1"/>
              </a:solidFill>
              <a:latin typeface="Poppins"/>
              <a:ea typeface="Poppins"/>
              <a:cs typeface="Poppins"/>
              <a:sym typeface="Poppins"/>
            </a:endParaRPr>
          </a:p>
        </p:txBody>
      </p:sp>
      <p:sp>
        <p:nvSpPr>
          <p:cNvPr id="240" name="Google Shape;240;p33"/>
          <p:cNvSpPr txBox="1"/>
          <p:nvPr/>
        </p:nvSpPr>
        <p:spPr>
          <a:xfrm>
            <a:off x="1738988" y="1903888"/>
            <a:ext cx="2404200" cy="96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3FB8AE"/>
                </a:solidFill>
                <a:latin typeface="Poppins"/>
                <a:ea typeface="Poppins"/>
                <a:cs typeface="Poppins"/>
                <a:sym typeface="Poppins"/>
              </a:rPr>
              <a:t>400,000</a:t>
            </a:r>
            <a:r>
              <a:rPr b="1" lang="en" sz="1800">
                <a:solidFill>
                  <a:srgbClr val="48DDCE"/>
                </a:solidFill>
                <a:latin typeface="Poppins"/>
                <a:ea typeface="Poppins"/>
                <a:cs typeface="Poppins"/>
                <a:sym typeface="Poppins"/>
              </a:rPr>
              <a:t> </a:t>
            </a:r>
            <a:br>
              <a:rPr b="1" lang="en" sz="1300">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Jira comments posted successfully across the </a:t>
            </a:r>
            <a:br>
              <a:rPr lang="en" sz="1200">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entire migration</a:t>
            </a:r>
            <a:endParaRPr sz="1200">
              <a:solidFill>
                <a:schemeClr val="dk1"/>
              </a:solidFill>
              <a:latin typeface="Poppins"/>
              <a:ea typeface="Poppins"/>
              <a:cs typeface="Poppins"/>
              <a:sym typeface="Poppins"/>
            </a:endParaRPr>
          </a:p>
        </p:txBody>
      </p:sp>
      <p:sp>
        <p:nvSpPr>
          <p:cNvPr id="241" name="Google Shape;241;p33"/>
          <p:cNvSpPr txBox="1"/>
          <p:nvPr/>
        </p:nvSpPr>
        <p:spPr>
          <a:xfrm>
            <a:off x="1735325" y="3400675"/>
            <a:ext cx="2306400" cy="9234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0"/>
              </a:spcAft>
              <a:buNone/>
            </a:pPr>
            <a:r>
              <a:rPr b="1" lang="en" sz="2400">
                <a:solidFill>
                  <a:srgbClr val="3FB8AE"/>
                </a:solidFill>
                <a:latin typeface="Poppins"/>
                <a:ea typeface="Poppins"/>
                <a:cs typeface="Poppins"/>
                <a:sym typeface="Poppins"/>
              </a:rPr>
              <a:t>10 hours</a:t>
            </a:r>
            <a:r>
              <a:rPr lang="en" sz="2400">
                <a:solidFill>
                  <a:srgbClr val="3FB8AE"/>
                </a:solidFill>
                <a:latin typeface="Poppins"/>
                <a:ea typeface="Poppins"/>
                <a:cs typeface="Poppins"/>
                <a:sym typeface="Poppins"/>
              </a:rPr>
              <a:t> </a:t>
            </a:r>
            <a:br>
              <a:rPr lang="en" sz="1000">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total migration processing time with zero manual intervention required</a:t>
            </a:r>
            <a:endParaRPr sz="1600">
              <a:solidFill>
                <a:schemeClr val="dk1"/>
              </a:solidFill>
            </a:endParaRPr>
          </a:p>
        </p:txBody>
      </p:sp>
      <p:sp>
        <p:nvSpPr>
          <p:cNvPr id="242" name="Google Shape;242;p33"/>
          <p:cNvSpPr txBox="1"/>
          <p:nvPr/>
        </p:nvSpPr>
        <p:spPr>
          <a:xfrm>
            <a:off x="5288849" y="3400675"/>
            <a:ext cx="2186400" cy="738900"/>
          </a:xfrm>
          <a:prstGeom prst="rect">
            <a:avLst/>
          </a:prstGeom>
          <a:noFill/>
          <a:ln>
            <a:noFill/>
          </a:ln>
        </p:spPr>
        <p:txBody>
          <a:bodyPr anchorCtr="0" anchor="t" bIns="0" lIns="0" spcFirstLastPara="1" rIns="0" wrap="square" tIns="0">
            <a:spAutoFit/>
          </a:bodyPr>
          <a:lstStyle/>
          <a:p>
            <a:pPr indent="0" lvl="0" marL="0" rtl="0" algn="l">
              <a:spcBef>
                <a:spcPts val="500"/>
              </a:spcBef>
              <a:spcAft>
                <a:spcPts val="0"/>
              </a:spcAft>
              <a:buNone/>
            </a:pPr>
            <a:r>
              <a:rPr b="1" lang="en" sz="2400">
                <a:solidFill>
                  <a:srgbClr val="3FB8AE"/>
                </a:solidFill>
                <a:latin typeface="Poppins"/>
                <a:ea typeface="Poppins"/>
                <a:cs typeface="Poppins"/>
                <a:sym typeface="Poppins"/>
              </a:rPr>
              <a:t>Seamless</a:t>
            </a:r>
            <a:r>
              <a:rPr b="1" lang="en" sz="1200">
                <a:solidFill>
                  <a:srgbClr val="3FB8AE"/>
                </a:solidFill>
                <a:latin typeface="Poppins"/>
                <a:ea typeface="Poppins"/>
                <a:cs typeface="Poppins"/>
                <a:sym typeface="Poppins"/>
              </a:rPr>
              <a:t> </a:t>
            </a:r>
            <a:br>
              <a:rPr b="1" lang="en" sz="1200">
                <a:solidFill>
                  <a:srgbClr val="3FB8AE"/>
                </a:solidFill>
                <a:latin typeface="Poppins"/>
                <a:ea typeface="Poppins"/>
                <a:cs typeface="Poppins"/>
                <a:sym typeface="Poppins"/>
              </a:rPr>
            </a:br>
            <a:r>
              <a:rPr lang="en" sz="1200">
                <a:solidFill>
                  <a:schemeClr val="dk1"/>
                </a:solidFill>
                <a:latin typeface="Poppins"/>
                <a:ea typeface="Poppins"/>
                <a:cs typeface="Poppins"/>
                <a:sym typeface="Poppins"/>
              </a:rPr>
              <a:t>handling on API rate limits on parallel job processing</a:t>
            </a:r>
            <a:endParaRPr sz="1600"/>
          </a:p>
        </p:txBody>
      </p:sp>
      <p:sp>
        <p:nvSpPr>
          <p:cNvPr id="243" name="Google Shape;243;p33"/>
          <p:cNvSpPr txBox="1"/>
          <p:nvPr/>
        </p:nvSpPr>
        <p:spPr>
          <a:xfrm>
            <a:off x="3209625" y="843100"/>
            <a:ext cx="5486400" cy="6723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i="0" lang="en" sz="2200" u="none" cap="none" strike="noStrike">
                <a:solidFill>
                  <a:srgbClr val="000000"/>
                </a:solidFill>
                <a:latin typeface="Poppins"/>
                <a:ea typeface="Poppins"/>
                <a:cs typeface="Poppins"/>
                <a:sym typeface="Poppins"/>
              </a:rPr>
              <a:t>Atlassian Gov Cloud Migration</a:t>
            </a:r>
            <a:r>
              <a:rPr b="1" lang="en" sz="2200">
                <a:latin typeface="Poppins"/>
                <a:ea typeface="Poppins"/>
                <a:cs typeface="Poppins"/>
                <a:sym typeface="Poppins"/>
              </a:rPr>
              <a:t>:</a:t>
            </a:r>
            <a:endParaRPr b="1" i="0" sz="2200" u="none" cap="none" strike="noStrike">
              <a:solidFill>
                <a:srgbClr val="000000"/>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p:nvPr/>
        </p:nvSpPr>
        <p:spPr>
          <a:xfrm>
            <a:off x="399975" y="1142200"/>
            <a:ext cx="8457000" cy="3377700"/>
          </a:xfrm>
          <a:prstGeom prst="roundRect">
            <a:avLst>
              <a:gd fmla="val 507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34"/>
          <p:cNvSpPr/>
          <p:nvPr/>
        </p:nvSpPr>
        <p:spPr>
          <a:xfrm>
            <a:off x="657218" y="1486197"/>
            <a:ext cx="4110000" cy="2516100"/>
          </a:xfrm>
          <a:prstGeom prst="roundRect">
            <a:avLst>
              <a:gd fmla="val 0" name="adj"/>
            </a:avLst>
          </a:prstGeom>
          <a:solidFill>
            <a:srgbClr val="DDFFF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0" name="Google Shape;250;p34"/>
          <p:cNvSpPr/>
          <p:nvPr/>
        </p:nvSpPr>
        <p:spPr>
          <a:xfrm>
            <a:off x="4762864" y="1486197"/>
            <a:ext cx="3065400" cy="2516100"/>
          </a:xfrm>
          <a:prstGeom prst="roundRect">
            <a:avLst>
              <a:gd fmla="val 1997" name="adj"/>
            </a:avLst>
          </a:prstGeom>
          <a:solidFill>
            <a:srgbClr val="E9EE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1" name="Google Shape;251;p34"/>
          <p:cNvSpPr/>
          <p:nvPr/>
        </p:nvSpPr>
        <p:spPr>
          <a:xfrm>
            <a:off x="660143" y="1486197"/>
            <a:ext cx="1020900" cy="457200"/>
          </a:xfrm>
          <a:prstGeom prst="roundRect">
            <a:avLst>
              <a:gd fmla="val 0" name="adj"/>
            </a:avLst>
          </a:prstGeom>
          <a:solidFill>
            <a:srgbClr val="FFFFFF"/>
          </a:solidFill>
          <a:ln>
            <a:noFill/>
          </a:ln>
        </p:spPr>
        <p:txBody>
          <a:bodyPr anchorCtr="0" anchor="ctr" bIns="51700" lIns="0" spcFirstLastPara="1" rIns="0" wrap="square" tIns="51700">
            <a:noAutofit/>
          </a:bodyPr>
          <a:lstStyle/>
          <a:p>
            <a:pPr indent="0" lvl="0" marL="0" rtl="0" algn="ctr">
              <a:spcBef>
                <a:spcPts val="0"/>
              </a:spcBef>
              <a:spcAft>
                <a:spcPts val="0"/>
              </a:spcAft>
              <a:buNone/>
            </a:pPr>
            <a:r>
              <a:rPr lang="en" sz="1048">
                <a:solidFill>
                  <a:srgbClr val="133440"/>
                </a:solidFill>
                <a:latin typeface="Poppins Medium"/>
                <a:ea typeface="Poppins Medium"/>
                <a:cs typeface="Poppins Medium"/>
                <a:sym typeface="Poppins Medium"/>
              </a:rPr>
              <a:t>RPA</a:t>
            </a:r>
            <a:endParaRPr sz="1048">
              <a:solidFill>
                <a:srgbClr val="133440"/>
              </a:solidFill>
              <a:latin typeface="Poppins Medium"/>
              <a:ea typeface="Poppins Medium"/>
              <a:cs typeface="Poppins Medium"/>
              <a:sym typeface="Poppins Medium"/>
            </a:endParaRPr>
          </a:p>
        </p:txBody>
      </p:sp>
      <p:sp>
        <p:nvSpPr>
          <p:cNvPr id="252" name="Google Shape;252;p34"/>
          <p:cNvSpPr/>
          <p:nvPr/>
        </p:nvSpPr>
        <p:spPr>
          <a:xfrm>
            <a:off x="1681047" y="1486197"/>
            <a:ext cx="1027800" cy="457200"/>
          </a:xfrm>
          <a:prstGeom prst="roundRect">
            <a:avLst>
              <a:gd fmla="val 0" name="adj"/>
            </a:avLst>
          </a:prstGeom>
          <a:solidFill>
            <a:srgbClr val="FFFFFF"/>
          </a:solidFill>
          <a:ln>
            <a:noFill/>
          </a:ln>
        </p:spPr>
        <p:txBody>
          <a:bodyPr anchorCtr="0" anchor="ctr" bIns="51700" lIns="0" spcFirstLastPara="1" rIns="0" wrap="square" tIns="51700">
            <a:noAutofit/>
          </a:bodyPr>
          <a:lstStyle/>
          <a:p>
            <a:pPr indent="0" lvl="0" marL="0" rtl="0" algn="ctr">
              <a:spcBef>
                <a:spcPts val="0"/>
              </a:spcBef>
              <a:spcAft>
                <a:spcPts val="0"/>
              </a:spcAft>
              <a:buNone/>
            </a:pPr>
            <a:r>
              <a:rPr lang="en" sz="1000">
                <a:solidFill>
                  <a:srgbClr val="133440"/>
                </a:solidFill>
                <a:latin typeface="Poppins Medium"/>
                <a:ea typeface="Poppins Medium"/>
                <a:cs typeface="Poppins Medium"/>
                <a:sym typeface="Poppins Medium"/>
              </a:rPr>
              <a:t>Data Orchestration</a:t>
            </a:r>
            <a:endParaRPr sz="1000">
              <a:solidFill>
                <a:srgbClr val="133440"/>
              </a:solidFill>
              <a:latin typeface="Poppins Medium"/>
              <a:ea typeface="Poppins Medium"/>
              <a:cs typeface="Poppins Medium"/>
              <a:sym typeface="Poppins Medium"/>
            </a:endParaRPr>
          </a:p>
        </p:txBody>
      </p:sp>
      <p:sp>
        <p:nvSpPr>
          <p:cNvPr id="253" name="Google Shape;253;p34"/>
          <p:cNvSpPr/>
          <p:nvPr/>
        </p:nvSpPr>
        <p:spPr>
          <a:xfrm>
            <a:off x="3737458" y="1486197"/>
            <a:ext cx="1027800" cy="457200"/>
          </a:xfrm>
          <a:prstGeom prst="roundRect">
            <a:avLst>
              <a:gd fmla="val 0" name="adj"/>
            </a:avLst>
          </a:prstGeom>
          <a:solidFill>
            <a:srgbClr val="FFFFFF"/>
          </a:solidFill>
          <a:ln>
            <a:noFill/>
          </a:ln>
        </p:spPr>
        <p:txBody>
          <a:bodyPr anchorCtr="0" anchor="ctr" bIns="51700" lIns="0" spcFirstLastPara="1" rIns="0" wrap="square" tIns="51700">
            <a:noAutofit/>
          </a:bodyPr>
          <a:lstStyle/>
          <a:p>
            <a:pPr indent="0" lvl="0" marL="0" rtl="0" algn="ctr">
              <a:spcBef>
                <a:spcPts val="0"/>
              </a:spcBef>
              <a:spcAft>
                <a:spcPts val="0"/>
              </a:spcAft>
              <a:buNone/>
            </a:pPr>
            <a:r>
              <a:rPr lang="en" sz="1048">
                <a:solidFill>
                  <a:srgbClr val="133440"/>
                </a:solidFill>
                <a:latin typeface="Poppins Medium"/>
                <a:ea typeface="Poppins Medium"/>
                <a:cs typeface="Poppins Medium"/>
                <a:sym typeface="Poppins Medium"/>
              </a:rPr>
              <a:t>iPaaS</a:t>
            </a:r>
            <a:endParaRPr sz="1048">
              <a:solidFill>
                <a:srgbClr val="133440"/>
              </a:solidFill>
              <a:latin typeface="Poppins Medium"/>
              <a:ea typeface="Poppins Medium"/>
              <a:cs typeface="Poppins Medium"/>
              <a:sym typeface="Poppins Medium"/>
            </a:endParaRPr>
          </a:p>
        </p:txBody>
      </p:sp>
      <p:sp>
        <p:nvSpPr>
          <p:cNvPr id="254" name="Google Shape;254;p34"/>
          <p:cNvSpPr/>
          <p:nvPr/>
        </p:nvSpPr>
        <p:spPr>
          <a:xfrm>
            <a:off x="4762741" y="1486197"/>
            <a:ext cx="1027800" cy="457200"/>
          </a:xfrm>
          <a:prstGeom prst="roundRect">
            <a:avLst>
              <a:gd fmla="val 0" name="adj"/>
            </a:avLst>
          </a:prstGeom>
          <a:solidFill>
            <a:srgbClr val="AFC1FF"/>
          </a:solidFill>
          <a:ln>
            <a:noFill/>
          </a:ln>
        </p:spPr>
        <p:txBody>
          <a:bodyPr anchorCtr="0" anchor="ctr" bIns="51700" lIns="0" spcFirstLastPara="1" rIns="0" wrap="square" tIns="51700">
            <a:noAutofit/>
          </a:bodyPr>
          <a:lstStyle/>
          <a:p>
            <a:pPr indent="0" lvl="0" marL="0" rtl="0" algn="ctr">
              <a:spcBef>
                <a:spcPts val="0"/>
              </a:spcBef>
              <a:spcAft>
                <a:spcPts val="0"/>
              </a:spcAft>
              <a:buNone/>
            </a:pPr>
            <a:r>
              <a:rPr lang="en" sz="1048">
                <a:solidFill>
                  <a:srgbClr val="133440"/>
                </a:solidFill>
                <a:latin typeface="Poppins Medium"/>
                <a:ea typeface="Poppins Medium"/>
                <a:cs typeface="Poppins Medium"/>
                <a:sym typeface="Poppins Medium"/>
              </a:rPr>
              <a:t>MCP</a:t>
            </a:r>
            <a:endParaRPr sz="1048">
              <a:solidFill>
                <a:srgbClr val="133440"/>
              </a:solidFill>
              <a:latin typeface="Poppins Medium"/>
              <a:ea typeface="Poppins Medium"/>
              <a:cs typeface="Poppins Medium"/>
              <a:sym typeface="Poppins Medium"/>
            </a:endParaRPr>
          </a:p>
        </p:txBody>
      </p:sp>
      <p:sp>
        <p:nvSpPr>
          <p:cNvPr id="255" name="Google Shape;255;p34"/>
          <p:cNvSpPr/>
          <p:nvPr/>
        </p:nvSpPr>
        <p:spPr>
          <a:xfrm>
            <a:off x="5790578" y="1486197"/>
            <a:ext cx="1027800" cy="457200"/>
          </a:xfrm>
          <a:prstGeom prst="roundRect">
            <a:avLst>
              <a:gd fmla="val 0" name="adj"/>
            </a:avLst>
          </a:prstGeom>
          <a:solidFill>
            <a:srgbClr val="AFC1FF"/>
          </a:solidFill>
          <a:ln>
            <a:noFill/>
          </a:ln>
        </p:spPr>
        <p:txBody>
          <a:bodyPr anchorCtr="0" anchor="ctr" bIns="51700" lIns="0" spcFirstLastPara="1" rIns="0" wrap="square" tIns="51700">
            <a:noAutofit/>
          </a:bodyPr>
          <a:lstStyle/>
          <a:p>
            <a:pPr indent="0" lvl="0" marL="0" rtl="0" algn="ctr">
              <a:spcBef>
                <a:spcPts val="0"/>
              </a:spcBef>
              <a:spcAft>
                <a:spcPts val="0"/>
              </a:spcAft>
              <a:buNone/>
            </a:pPr>
            <a:r>
              <a:rPr lang="en" sz="1048">
                <a:solidFill>
                  <a:srgbClr val="133440"/>
                </a:solidFill>
                <a:latin typeface="Poppins Medium"/>
                <a:ea typeface="Poppins Medium"/>
                <a:cs typeface="Poppins Medium"/>
                <a:sym typeface="Poppins Medium"/>
              </a:rPr>
              <a:t>Agentic Platform</a:t>
            </a:r>
            <a:endParaRPr sz="1048">
              <a:solidFill>
                <a:srgbClr val="133440"/>
              </a:solidFill>
              <a:latin typeface="Poppins Medium"/>
              <a:ea typeface="Poppins Medium"/>
              <a:cs typeface="Poppins Medium"/>
              <a:sym typeface="Poppins Medium"/>
            </a:endParaRPr>
          </a:p>
        </p:txBody>
      </p:sp>
      <p:sp>
        <p:nvSpPr>
          <p:cNvPr id="256" name="Google Shape;256;p34"/>
          <p:cNvSpPr/>
          <p:nvPr/>
        </p:nvSpPr>
        <p:spPr>
          <a:xfrm>
            <a:off x="6814118" y="1486197"/>
            <a:ext cx="1014000" cy="457200"/>
          </a:xfrm>
          <a:prstGeom prst="roundRect">
            <a:avLst>
              <a:gd fmla="val 0" name="adj"/>
            </a:avLst>
          </a:prstGeom>
          <a:solidFill>
            <a:srgbClr val="AFC1FF"/>
          </a:solidFill>
          <a:ln>
            <a:noFill/>
          </a:ln>
        </p:spPr>
        <p:txBody>
          <a:bodyPr anchorCtr="0" anchor="ctr" bIns="51700" lIns="0" spcFirstLastPara="1" rIns="0" wrap="square" tIns="51700">
            <a:noAutofit/>
          </a:bodyPr>
          <a:lstStyle/>
          <a:p>
            <a:pPr indent="0" lvl="0" marL="0" rtl="0" algn="ctr">
              <a:spcBef>
                <a:spcPts val="0"/>
              </a:spcBef>
              <a:spcAft>
                <a:spcPts val="0"/>
              </a:spcAft>
              <a:buNone/>
            </a:pPr>
            <a:r>
              <a:rPr lang="en" sz="1048">
                <a:solidFill>
                  <a:srgbClr val="133440"/>
                </a:solidFill>
                <a:latin typeface="Poppins Medium"/>
                <a:ea typeface="Poppins Medium"/>
                <a:cs typeface="Poppins Medium"/>
                <a:sym typeface="Poppins Medium"/>
              </a:rPr>
              <a:t>Agents</a:t>
            </a:r>
            <a:endParaRPr sz="1048">
              <a:solidFill>
                <a:srgbClr val="133440"/>
              </a:solidFill>
              <a:latin typeface="Poppins Medium"/>
              <a:ea typeface="Poppins Medium"/>
              <a:cs typeface="Poppins Medium"/>
              <a:sym typeface="Poppins Medium"/>
            </a:endParaRPr>
          </a:p>
        </p:txBody>
      </p:sp>
      <p:sp>
        <p:nvSpPr>
          <p:cNvPr id="257" name="Google Shape;257;p34"/>
          <p:cNvSpPr/>
          <p:nvPr/>
        </p:nvSpPr>
        <p:spPr>
          <a:xfrm>
            <a:off x="2707074" y="1486197"/>
            <a:ext cx="1027800" cy="457200"/>
          </a:xfrm>
          <a:prstGeom prst="roundRect">
            <a:avLst>
              <a:gd fmla="val 0" name="adj"/>
            </a:avLst>
          </a:prstGeom>
          <a:solidFill>
            <a:srgbClr val="FFFFFF">
              <a:alpha val="86790"/>
            </a:srgbClr>
          </a:solidFill>
          <a:ln>
            <a:noFill/>
          </a:ln>
        </p:spPr>
        <p:txBody>
          <a:bodyPr anchorCtr="0" anchor="ctr" bIns="51700" lIns="0" spcFirstLastPara="1" rIns="0" wrap="square" tIns="51700">
            <a:noAutofit/>
          </a:bodyPr>
          <a:lstStyle/>
          <a:p>
            <a:pPr indent="0" lvl="0" marL="0" rtl="0" algn="ctr">
              <a:spcBef>
                <a:spcPts val="0"/>
              </a:spcBef>
              <a:spcAft>
                <a:spcPts val="0"/>
              </a:spcAft>
              <a:buNone/>
            </a:pPr>
            <a:r>
              <a:rPr lang="en" sz="1048">
                <a:solidFill>
                  <a:srgbClr val="133440"/>
                </a:solidFill>
                <a:latin typeface="Poppins Medium"/>
                <a:ea typeface="Poppins Medium"/>
                <a:cs typeface="Poppins Medium"/>
                <a:sym typeface="Poppins Medium"/>
              </a:rPr>
              <a:t>APIM</a:t>
            </a:r>
            <a:endParaRPr sz="1048">
              <a:solidFill>
                <a:srgbClr val="133440"/>
              </a:solidFill>
              <a:latin typeface="Poppins Medium"/>
              <a:ea typeface="Poppins Medium"/>
              <a:cs typeface="Poppins Medium"/>
              <a:sym typeface="Poppins Medium"/>
            </a:endParaRPr>
          </a:p>
        </p:txBody>
      </p:sp>
      <p:cxnSp>
        <p:nvCxnSpPr>
          <p:cNvPr id="258" name="Google Shape;258;p34"/>
          <p:cNvCxnSpPr/>
          <p:nvPr/>
        </p:nvCxnSpPr>
        <p:spPr>
          <a:xfrm>
            <a:off x="2712828" y="1486188"/>
            <a:ext cx="0" cy="2516100"/>
          </a:xfrm>
          <a:prstGeom prst="straightConnector1">
            <a:avLst/>
          </a:prstGeom>
          <a:noFill/>
          <a:ln cap="flat" cmpd="sng" w="10775">
            <a:solidFill>
              <a:srgbClr val="351ECB"/>
            </a:solidFill>
            <a:prstDash val="dot"/>
            <a:round/>
            <a:headEnd len="med" w="med" type="none"/>
            <a:tailEnd len="med" w="med" type="none"/>
          </a:ln>
        </p:spPr>
      </p:cxnSp>
      <p:cxnSp>
        <p:nvCxnSpPr>
          <p:cNvPr id="259" name="Google Shape;259;p34"/>
          <p:cNvCxnSpPr/>
          <p:nvPr/>
        </p:nvCxnSpPr>
        <p:spPr>
          <a:xfrm>
            <a:off x="3732830" y="1486188"/>
            <a:ext cx="0" cy="2516100"/>
          </a:xfrm>
          <a:prstGeom prst="straightConnector1">
            <a:avLst/>
          </a:prstGeom>
          <a:noFill/>
          <a:ln cap="flat" cmpd="sng" w="10775">
            <a:solidFill>
              <a:srgbClr val="351ECB"/>
            </a:solidFill>
            <a:prstDash val="dot"/>
            <a:round/>
            <a:headEnd len="med" w="med" type="none"/>
            <a:tailEnd len="med" w="med" type="none"/>
          </a:ln>
        </p:spPr>
      </p:cxnSp>
      <p:cxnSp>
        <p:nvCxnSpPr>
          <p:cNvPr id="260" name="Google Shape;260;p34"/>
          <p:cNvCxnSpPr/>
          <p:nvPr/>
        </p:nvCxnSpPr>
        <p:spPr>
          <a:xfrm>
            <a:off x="4764186" y="1486188"/>
            <a:ext cx="0" cy="2516100"/>
          </a:xfrm>
          <a:prstGeom prst="straightConnector1">
            <a:avLst/>
          </a:prstGeom>
          <a:noFill/>
          <a:ln cap="flat" cmpd="sng" w="10775">
            <a:solidFill>
              <a:srgbClr val="351ECB"/>
            </a:solidFill>
            <a:prstDash val="dot"/>
            <a:round/>
            <a:headEnd len="med" w="med" type="none"/>
            <a:tailEnd len="med" w="med" type="none"/>
          </a:ln>
        </p:spPr>
      </p:cxnSp>
      <p:cxnSp>
        <p:nvCxnSpPr>
          <p:cNvPr id="261" name="Google Shape;261;p34"/>
          <p:cNvCxnSpPr/>
          <p:nvPr/>
        </p:nvCxnSpPr>
        <p:spPr>
          <a:xfrm>
            <a:off x="4762710" y="1486188"/>
            <a:ext cx="0" cy="2516100"/>
          </a:xfrm>
          <a:prstGeom prst="straightConnector1">
            <a:avLst/>
          </a:prstGeom>
          <a:noFill/>
          <a:ln cap="flat" cmpd="sng" w="10775">
            <a:solidFill>
              <a:srgbClr val="351ECB"/>
            </a:solidFill>
            <a:prstDash val="dot"/>
            <a:round/>
            <a:headEnd len="med" w="med" type="none"/>
            <a:tailEnd len="med" w="med" type="none"/>
          </a:ln>
        </p:spPr>
      </p:cxnSp>
      <p:cxnSp>
        <p:nvCxnSpPr>
          <p:cNvPr id="262" name="Google Shape;262;p34"/>
          <p:cNvCxnSpPr/>
          <p:nvPr/>
        </p:nvCxnSpPr>
        <p:spPr>
          <a:xfrm>
            <a:off x="5790671" y="1486188"/>
            <a:ext cx="0" cy="2516100"/>
          </a:xfrm>
          <a:prstGeom prst="straightConnector1">
            <a:avLst/>
          </a:prstGeom>
          <a:noFill/>
          <a:ln cap="flat" cmpd="sng" w="10775">
            <a:solidFill>
              <a:srgbClr val="351ECB"/>
            </a:solidFill>
            <a:prstDash val="dot"/>
            <a:round/>
            <a:headEnd len="med" w="med" type="none"/>
            <a:tailEnd len="med" w="med" type="none"/>
          </a:ln>
        </p:spPr>
      </p:cxnSp>
      <p:cxnSp>
        <p:nvCxnSpPr>
          <p:cNvPr id="263" name="Google Shape;263;p34"/>
          <p:cNvCxnSpPr/>
          <p:nvPr/>
        </p:nvCxnSpPr>
        <p:spPr>
          <a:xfrm>
            <a:off x="6818362" y="1486188"/>
            <a:ext cx="0" cy="2516100"/>
          </a:xfrm>
          <a:prstGeom prst="straightConnector1">
            <a:avLst/>
          </a:prstGeom>
          <a:noFill/>
          <a:ln cap="flat" cmpd="sng" w="10775">
            <a:solidFill>
              <a:srgbClr val="351ECB"/>
            </a:solidFill>
            <a:prstDash val="dot"/>
            <a:round/>
            <a:headEnd len="med" w="med" type="none"/>
            <a:tailEnd len="med" w="med" type="none"/>
          </a:ln>
        </p:spPr>
      </p:cxnSp>
      <p:sp>
        <p:nvSpPr>
          <p:cNvPr id="264" name="Google Shape;264;p34"/>
          <p:cNvSpPr/>
          <p:nvPr/>
        </p:nvSpPr>
        <p:spPr>
          <a:xfrm>
            <a:off x="1697268" y="2040747"/>
            <a:ext cx="3065400" cy="622500"/>
          </a:xfrm>
          <a:prstGeom prst="rect">
            <a:avLst/>
          </a:prstGeom>
          <a:solidFill>
            <a:srgbClr val="67EADD"/>
          </a:solidFill>
          <a:ln>
            <a:noFill/>
          </a:ln>
          <a:effectLst>
            <a:outerShdw blurRad="357188" rotWithShape="0" algn="bl" dir="5400000" dist="19050">
              <a:srgbClr val="000000">
                <a:alpha val="20000"/>
              </a:srgbClr>
            </a:outerShdw>
          </a:effectLst>
        </p:spPr>
        <p:txBody>
          <a:bodyPr anchorCtr="0" anchor="ctr" bIns="51700" lIns="0" spcFirstLastPara="1" rIns="0" wrap="square" tIns="51700">
            <a:noAutofit/>
          </a:bodyPr>
          <a:lstStyle/>
          <a:p>
            <a:pPr indent="0" lvl="0" marL="0" marR="0" rtl="0" algn="ctr">
              <a:spcBef>
                <a:spcPts val="0"/>
              </a:spcBef>
              <a:spcAft>
                <a:spcPts val="0"/>
              </a:spcAft>
              <a:buNone/>
            </a:pPr>
            <a:r>
              <a:t/>
            </a:r>
            <a:endParaRPr sz="1018">
              <a:solidFill>
                <a:srgbClr val="172B4D"/>
              </a:solidFill>
              <a:latin typeface="Poppins Medium"/>
              <a:ea typeface="Poppins Medium"/>
              <a:cs typeface="Poppins Medium"/>
              <a:sym typeface="Poppins Medium"/>
            </a:endParaRPr>
          </a:p>
        </p:txBody>
      </p:sp>
      <p:pic>
        <p:nvPicPr>
          <p:cNvPr id="265" name="Google Shape;265;p34"/>
          <p:cNvPicPr preferRelativeResize="0"/>
          <p:nvPr/>
        </p:nvPicPr>
        <p:blipFill>
          <a:blip r:embed="rId3">
            <a:alphaModFix/>
          </a:blip>
          <a:stretch>
            <a:fillRect/>
          </a:stretch>
        </p:blipFill>
        <p:spPr>
          <a:xfrm>
            <a:off x="2546494" y="2240522"/>
            <a:ext cx="1366948" cy="222950"/>
          </a:xfrm>
          <a:prstGeom prst="rect">
            <a:avLst/>
          </a:prstGeom>
          <a:noFill/>
          <a:ln>
            <a:noFill/>
          </a:ln>
        </p:spPr>
      </p:pic>
      <p:sp>
        <p:nvSpPr>
          <p:cNvPr id="266" name="Google Shape;266;p34"/>
          <p:cNvSpPr/>
          <p:nvPr/>
        </p:nvSpPr>
        <p:spPr>
          <a:xfrm>
            <a:off x="2712493" y="3424427"/>
            <a:ext cx="2054100" cy="579000"/>
          </a:xfrm>
          <a:prstGeom prst="rect">
            <a:avLst/>
          </a:prstGeom>
          <a:solidFill>
            <a:srgbClr val="9E9E9E"/>
          </a:solidFill>
          <a:ln>
            <a:noFill/>
          </a:ln>
        </p:spPr>
        <p:txBody>
          <a:bodyPr anchorCtr="0" anchor="ctr" bIns="51700" lIns="0" spcFirstLastPara="1" rIns="0" wrap="square" tIns="51700">
            <a:noAutofit/>
          </a:bodyPr>
          <a:lstStyle/>
          <a:p>
            <a:pPr indent="0" lvl="0" marL="0" marR="0" rtl="0" algn="ctr">
              <a:spcBef>
                <a:spcPts val="0"/>
              </a:spcBef>
              <a:spcAft>
                <a:spcPts val="0"/>
              </a:spcAft>
              <a:buNone/>
            </a:pPr>
            <a:r>
              <a:rPr lang="en" sz="1318">
                <a:solidFill>
                  <a:srgbClr val="FFFFFF"/>
                </a:solidFill>
                <a:latin typeface="Poppins Medium"/>
                <a:ea typeface="Poppins Medium"/>
                <a:cs typeface="Poppins Medium"/>
                <a:sym typeface="Poppins Medium"/>
              </a:rPr>
              <a:t>MuleSoft</a:t>
            </a:r>
            <a:endParaRPr sz="1318">
              <a:solidFill>
                <a:srgbClr val="FFFFFF"/>
              </a:solidFill>
              <a:latin typeface="Poppins Medium"/>
              <a:ea typeface="Poppins Medium"/>
              <a:cs typeface="Poppins Medium"/>
              <a:sym typeface="Poppins Medium"/>
            </a:endParaRPr>
          </a:p>
        </p:txBody>
      </p:sp>
      <p:sp>
        <p:nvSpPr>
          <p:cNvPr id="267" name="Google Shape;267;p34"/>
          <p:cNvSpPr/>
          <p:nvPr/>
        </p:nvSpPr>
        <p:spPr>
          <a:xfrm>
            <a:off x="654168" y="2737722"/>
            <a:ext cx="1043100" cy="579000"/>
          </a:xfrm>
          <a:prstGeom prst="rect">
            <a:avLst/>
          </a:prstGeom>
          <a:solidFill>
            <a:srgbClr val="8CA3FF"/>
          </a:solidFill>
          <a:ln>
            <a:noFill/>
          </a:ln>
        </p:spPr>
        <p:txBody>
          <a:bodyPr anchorCtr="0" anchor="ctr" bIns="51700" lIns="0" spcFirstLastPara="1" rIns="0" wrap="square" tIns="51700">
            <a:noAutofit/>
          </a:bodyPr>
          <a:lstStyle/>
          <a:p>
            <a:pPr indent="0" lvl="0" marL="0" marR="0" rtl="0" algn="ctr">
              <a:spcBef>
                <a:spcPts val="0"/>
              </a:spcBef>
              <a:spcAft>
                <a:spcPts val="0"/>
              </a:spcAft>
              <a:buNone/>
            </a:pPr>
            <a:r>
              <a:rPr lang="en" sz="1018">
                <a:solidFill>
                  <a:srgbClr val="FFFFFF"/>
                </a:solidFill>
                <a:latin typeface="Poppins Medium"/>
                <a:ea typeface="Poppins Medium"/>
                <a:cs typeface="Poppins Medium"/>
                <a:sym typeface="Poppins Medium"/>
              </a:rPr>
              <a:t>UI Path</a:t>
            </a:r>
            <a:endParaRPr sz="1018">
              <a:solidFill>
                <a:srgbClr val="FFFFFF"/>
              </a:solidFill>
              <a:latin typeface="Poppins Medium"/>
              <a:ea typeface="Poppins Medium"/>
              <a:cs typeface="Poppins Medium"/>
              <a:sym typeface="Poppins Medium"/>
            </a:endParaRPr>
          </a:p>
        </p:txBody>
      </p:sp>
      <p:sp>
        <p:nvSpPr>
          <p:cNvPr id="268" name="Google Shape;268;p34"/>
          <p:cNvSpPr/>
          <p:nvPr/>
        </p:nvSpPr>
        <p:spPr>
          <a:xfrm>
            <a:off x="1683468" y="2737722"/>
            <a:ext cx="1027800" cy="579000"/>
          </a:xfrm>
          <a:prstGeom prst="rect">
            <a:avLst/>
          </a:prstGeom>
          <a:solidFill>
            <a:srgbClr val="8CA3FF"/>
          </a:solidFill>
          <a:ln>
            <a:noFill/>
          </a:ln>
        </p:spPr>
        <p:txBody>
          <a:bodyPr anchorCtr="0" anchor="ctr" bIns="51700" lIns="0" spcFirstLastPara="1" rIns="0" wrap="square" tIns="51700">
            <a:noAutofit/>
          </a:bodyPr>
          <a:lstStyle/>
          <a:p>
            <a:pPr indent="0" lvl="0" marL="0" marR="0" rtl="0" algn="ctr">
              <a:spcBef>
                <a:spcPts val="0"/>
              </a:spcBef>
              <a:spcAft>
                <a:spcPts val="0"/>
              </a:spcAft>
              <a:buNone/>
            </a:pPr>
            <a:r>
              <a:rPr lang="en" sz="1018">
                <a:solidFill>
                  <a:srgbClr val="FFFFFF"/>
                </a:solidFill>
                <a:latin typeface="Poppins Medium"/>
                <a:ea typeface="Poppins Medium"/>
                <a:cs typeface="Poppins Medium"/>
                <a:sym typeface="Poppins Medium"/>
              </a:rPr>
              <a:t>FiveTran</a:t>
            </a:r>
            <a:endParaRPr sz="1018">
              <a:solidFill>
                <a:srgbClr val="FFFFFF"/>
              </a:solidFill>
              <a:latin typeface="Poppins Medium"/>
              <a:ea typeface="Poppins Medium"/>
              <a:cs typeface="Poppins Medium"/>
              <a:sym typeface="Poppins Medium"/>
            </a:endParaRPr>
          </a:p>
        </p:txBody>
      </p:sp>
      <p:cxnSp>
        <p:nvCxnSpPr>
          <p:cNvPr id="269" name="Google Shape;269;p34"/>
          <p:cNvCxnSpPr/>
          <p:nvPr/>
        </p:nvCxnSpPr>
        <p:spPr>
          <a:xfrm>
            <a:off x="1688415" y="1487313"/>
            <a:ext cx="0" cy="2516100"/>
          </a:xfrm>
          <a:prstGeom prst="straightConnector1">
            <a:avLst/>
          </a:prstGeom>
          <a:noFill/>
          <a:ln cap="flat" cmpd="sng" w="10775">
            <a:solidFill>
              <a:srgbClr val="351ECB"/>
            </a:solidFill>
            <a:prstDash val="dot"/>
            <a:round/>
            <a:headEnd len="med" w="med" type="none"/>
            <a:tailEnd len="med" w="med" type="none"/>
          </a:ln>
        </p:spPr>
      </p:cxnSp>
      <p:sp>
        <p:nvSpPr>
          <p:cNvPr id="270" name="Google Shape;270;p34"/>
          <p:cNvSpPr/>
          <p:nvPr/>
        </p:nvSpPr>
        <p:spPr>
          <a:xfrm>
            <a:off x="6264043" y="4290697"/>
            <a:ext cx="127200" cy="127200"/>
          </a:xfrm>
          <a:prstGeom prst="ellipse">
            <a:avLst/>
          </a:prstGeom>
          <a:solidFill>
            <a:srgbClr val="67EAD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71" name="Google Shape;271;p34"/>
          <p:cNvSpPr txBox="1"/>
          <p:nvPr/>
        </p:nvSpPr>
        <p:spPr>
          <a:xfrm>
            <a:off x="6346652" y="4169647"/>
            <a:ext cx="880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Workato</a:t>
            </a:r>
            <a:endParaRPr sz="1200">
              <a:solidFill>
                <a:schemeClr val="dk1"/>
              </a:solidFill>
            </a:endParaRPr>
          </a:p>
        </p:txBody>
      </p:sp>
      <p:sp>
        <p:nvSpPr>
          <p:cNvPr id="272" name="Google Shape;272;p34"/>
          <p:cNvSpPr/>
          <p:nvPr/>
        </p:nvSpPr>
        <p:spPr>
          <a:xfrm>
            <a:off x="7963793" y="2433747"/>
            <a:ext cx="127200" cy="127200"/>
          </a:xfrm>
          <a:prstGeom prst="ellipse">
            <a:avLst/>
          </a:prstGeom>
          <a:solidFill>
            <a:srgbClr val="9E9E9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73" name="Google Shape;273;p34"/>
          <p:cNvSpPr txBox="1"/>
          <p:nvPr/>
        </p:nvSpPr>
        <p:spPr>
          <a:xfrm>
            <a:off x="8042218" y="2312710"/>
            <a:ext cx="1237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Retire</a:t>
            </a:r>
            <a:endParaRPr sz="1200">
              <a:solidFill>
                <a:schemeClr val="dk1"/>
              </a:solidFill>
            </a:endParaRPr>
          </a:p>
        </p:txBody>
      </p:sp>
      <p:sp>
        <p:nvSpPr>
          <p:cNvPr id="274" name="Google Shape;274;p34"/>
          <p:cNvSpPr/>
          <p:nvPr/>
        </p:nvSpPr>
        <p:spPr>
          <a:xfrm>
            <a:off x="7963799" y="2803047"/>
            <a:ext cx="127200" cy="127200"/>
          </a:xfrm>
          <a:prstGeom prst="ellipse">
            <a:avLst/>
          </a:prstGeom>
          <a:solidFill>
            <a:srgbClr val="8CA3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75" name="Google Shape;275;p34"/>
          <p:cNvSpPr txBox="1"/>
          <p:nvPr/>
        </p:nvSpPr>
        <p:spPr>
          <a:xfrm>
            <a:off x="8026134" y="2681997"/>
            <a:ext cx="1142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Reduce</a:t>
            </a:r>
            <a:endParaRPr sz="1200">
              <a:solidFill>
                <a:schemeClr val="dk1"/>
              </a:solidFill>
            </a:endParaRPr>
          </a:p>
        </p:txBody>
      </p:sp>
      <p:sp>
        <p:nvSpPr>
          <p:cNvPr id="276" name="Google Shape;276;p34"/>
          <p:cNvSpPr txBox="1"/>
          <p:nvPr/>
        </p:nvSpPr>
        <p:spPr>
          <a:xfrm>
            <a:off x="1403125" y="424838"/>
            <a:ext cx="4455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dk1"/>
                </a:solidFill>
                <a:latin typeface="Poppins"/>
                <a:ea typeface="Poppins"/>
                <a:cs typeface="Poppins"/>
                <a:sym typeface="Poppins"/>
              </a:rPr>
              <a:t>The Modernization Journey at </a:t>
            </a:r>
            <a:endParaRPr b="1" sz="2200">
              <a:solidFill>
                <a:schemeClr val="dk1"/>
              </a:solidFill>
              <a:latin typeface="Poppins"/>
              <a:ea typeface="Poppins"/>
              <a:cs typeface="Poppins"/>
              <a:sym typeface="Poppins"/>
            </a:endParaRPr>
          </a:p>
        </p:txBody>
      </p:sp>
      <p:sp>
        <p:nvSpPr>
          <p:cNvPr id="277" name="Google Shape;277;p34"/>
          <p:cNvSpPr/>
          <p:nvPr/>
        </p:nvSpPr>
        <p:spPr>
          <a:xfrm>
            <a:off x="0" y="0"/>
            <a:ext cx="9144000" cy="70800"/>
          </a:xfrm>
          <a:prstGeom prst="rect">
            <a:avLst/>
          </a:prstGeom>
          <a:solidFill>
            <a:srgbClr val="48DD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8" name="Google Shape;278;p34"/>
          <p:cNvPicPr preferRelativeResize="0"/>
          <p:nvPr/>
        </p:nvPicPr>
        <p:blipFill rotWithShape="1">
          <a:blip r:embed="rId4">
            <a:alphaModFix/>
          </a:blip>
          <a:srcRect b="35199" l="6702" r="1478" t="33453"/>
          <a:stretch/>
        </p:blipFill>
        <p:spPr>
          <a:xfrm>
            <a:off x="7970114" y="4782469"/>
            <a:ext cx="804474" cy="144201"/>
          </a:xfrm>
          <a:prstGeom prst="rect">
            <a:avLst/>
          </a:prstGeom>
          <a:noFill/>
          <a:ln>
            <a:noFill/>
          </a:ln>
        </p:spPr>
      </p:pic>
      <p:pic>
        <p:nvPicPr>
          <p:cNvPr id="279" name="Google Shape;279;p34"/>
          <p:cNvPicPr preferRelativeResize="0"/>
          <p:nvPr/>
        </p:nvPicPr>
        <p:blipFill>
          <a:blip r:embed="rId5">
            <a:alphaModFix/>
          </a:blip>
          <a:stretch>
            <a:fillRect/>
          </a:stretch>
        </p:blipFill>
        <p:spPr>
          <a:xfrm>
            <a:off x="7405650" y="4786315"/>
            <a:ext cx="311105" cy="207025"/>
          </a:xfrm>
          <a:prstGeom prst="rect">
            <a:avLst/>
          </a:prstGeom>
          <a:noFill/>
          <a:ln>
            <a:noFill/>
          </a:ln>
        </p:spPr>
      </p:pic>
      <p:cxnSp>
        <p:nvCxnSpPr>
          <p:cNvPr id="280" name="Google Shape;280;p34"/>
          <p:cNvCxnSpPr/>
          <p:nvPr/>
        </p:nvCxnSpPr>
        <p:spPr>
          <a:xfrm>
            <a:off x="7870759" y="4775325"/>
            <a:ext cx="0" cy="181500"/>
          </a:xfrm>
          <a:prstGeom prst="straightConnector1">
            <a:avLst/>
          </a:prstGeom>
          <a:noFill/>
          <a:ln cap="flat" cmpd="sng" w="9525">
            <a:solidFill>
              <a:srgbClr val="686868"/>
            </a:solidFill>
            <a:prstDash val="solid"/>
            <a:round/>
            <a:headEnd len="med" w="med" type="none"/>
            <a:tailEnd len="med" w="med" type="none"/>
          </a:ln>
        </p:spPr>
      </p:cxnSp>
      <p:sp>
        <p:nvSpPr>
          <p:cNvPr id="281" name="Google Shape;281;p34"/>
          <p:cNvSpPr txBox="1"/>
          <p:nvPr/>
        </p:nvSpPr>
        <p:spPr>
          <a:xfrm>
            <a:off x="457200" y="4782892"/>
            <a:ext cx="3442800" cy="253800"/>
          </a:xfrm>
          <a:prstGeom prst="rect">
            <a:avLst/>
          </a:prstGeom>
          <a:noFill/>
          <a:ln>
            <a:noFill/>
          </a:ln>
        </p:spPr>
        <p:txBody>
          <a:bodyPr anchorCtr="0" anchor="t" bIns="0" lIns="0" spcFirstLastPara="1" rIns="91425" wrap="square" tIns="0">
            <a:noAutofit/>
          </a:bodyPr>
          <a:lstStyle/>
          <a:p>
            <a:pPr indent="0" lvl="0" marL="0" rtl="0" algn="l">
              <a:spcBef>
                <a:spcPts val="0"/>
              </a:spcBef>
              <a:spcAft>
                <a:spcPts val="0"/>
              </a:spcAft>
              <a:buNone/>
            </a:pPr>
            <a:r>
              <a:rPr lang="en" sz="1000">
                <a:solidFill>
                  <a:schemeClr val="dk2"/>
                </a:solidFill>
                <a:latin typeface="Poppins"/>
                <a:ea typeface="Poppins"/>
                <a:cs typeface="Poppins"/>
                <a:sym typeface="Poppins"/>
              </a:rPr>
              <a:t>CUSTOMER JOURNEY</a:t>
            </a:r>
            <a:endParaRPr sz="1000">
              <a:solidFill>
                <a:schemeClr val="dk2"/>
              </a:solidFill>
              <a:latin typeface="Poppins"/>
              <a:ea typeface="Poppins"/>
              <a:cs typeface="Poppins"/>
              <a:sym typeface="Poppins"/>
            </a:endParaRPr>
          </a:p>
        </p:txBody>
      </p:sp>
      <p:cxnSp>
        <p:nvCxnSpPr>
          <p:cNvPr id="282" name="Google Shape;282;p34"/>
          <p:cNvCxnSpPr/>
          <p:nvPr/>
        </p:nvCxnSpPr>
        <p:spPr>
          <a:xfrm>
            <a:off x="372900" y="4706300"/>
            <a:ext cx="8429100" cy="0"/>
          </a:xfrm>
          <a:prstGeom prst="straightConnector1">
            <a:avLst/>
          </a:prstGeom>
          <a:noFill/>
          <a:ln cap="flat" cmpd="sng" w="9525">
            <a:solidFill>
              <a:srgbClr val="48DDCE"/>
            </a:solidFill>
            <a:prstDash val="solid"/>
            <a:round/>
            <a:headEnd len="med" w="med" type="none"/>
            <a:tailEnd len="med" w="med" type="none"/>
          </a:ln>
        </p:spPr>
      </p:cxnSp>
      <p:sp>
        <p:nvSpPr>
          <p:cNvPr id="283" name="Google Shape;283;p34"/>
          <p:cNvSpPr/>
          <p:nvPr/>
        </p:nvSpPr>
        <p:spPr>
          <a:xfrm>
            <a:off x="5729750" y="544825"/>
            <a:ext cx="1675800" cy="317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34"/>
          <p:cNvSpPr/>
          <p:nvPr/>
        </p:nvSpPr>
        <p:spPr>
          <a:xfrm>
            <a:off x="2725106" y="2732585"/>
            <a:ext cx="3065400" cy="622500"/>
          </a:xfrm>
          <a:prstGeom prst="rect">
            <a:avLst/>
          </a:prstGeom>
          <a:solidFill>
            <a:srgbClr val="67EADD"/>
          </a:solidFill>
          <a:ln>
            <a:noFill/>
          </a:ln>
          <a:effectLst>
            <a:outerShdw blurRad="357188" rotWithShape="0" algn="bl" dir="5400000" dist="19050">
              <a:srgbClr val="000000">
                <a:alpha val="20000"/>
              </a:srgbClr>
            </a:outerShdw>
          </a:effectLst>
        </p:spPr>
        <p:txBody>
          <a:bodyPr anchorCtr="0" anchor="ctr" bIns="51700" lIns="0" spcFirstLastPara="1" rIns="0" wrap="square" tIns="51700">
            <a:noAutofit/>
          </a:bodyPr>
          <a:lstStyle/>
          <a:p>
            <a:pPr indent="0" lvl="0" marL="0" marR="0" rtl="0" algn="ctr">
              <a:spcBef>
                <a:spcPts val="0"/>
              </a:spcBef>
              <a:spcAft>
                <a:spcPts val="0"/>
              </a:spcAft>
              <a:buNone/>
            </a:pPr>
            <a:r>
              <a:t/>
            </a:r>
            <a:endParaRPr sz="1018">
              <a:solidFill>
                <a:srgbClr val="172B4D"/>
              </a:solidFill>
              <a:latin typeface="Poppins Medium"/>
              <a:ea typeface="Poppins Medium"/>
              <a:cs typeface="Poppins Medium"/>
              <a:sym typeface="Poppins Medium"/>
            </a:endParaRPr>
          </a:p>
        </p:txBody>
      </p:sp>
      <p:pic>
        <p:nvPicPr>
          <p:cNvPr id="285" name="Google Shape;285;p34"/>
          <p:cNvPicPr preferRelativeResize="0"/>
          <p:nvPr/>
        </p:nvPicPr>
        <p:blipFill>
          <a:blip r:embed="rId3">
            <a:alphaModFix/>
          </a:blip>
          <a:stretch>
            <a:fillRect/>
          </a:stretch>
        </p:blipFill>
        <p:spPr>
          <a:xfrm>
            <a:off x="3574332" y="2932360"/>
            <a:ext cx="1366948" cy="222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35"/>
          <p:cNvPicPr preferRelativeResize="0"/>
          <p:nvPr/>
        </p:nvPicPr>
        <p:blipFill rotWithShape="1">
          <a:blip r:embed="rId3">
            <a:alphaModFix/>
          </a:blip>
          <a:srcRect b="35199" l="6702" r="1478" t="33453"/>
          <a:stretch/>
        </p:blipFill>
        <p:spPr>
          <a:xfrm>
            <a:off x="7970114" y="4782469"/>
            <a:ext cx="804474" cy="144201"/>
          </a:xfrm>
          <a:prstGeom prst="rect">
            <a:avLst/>
          </a:prstGeom>
          <a:noFill/>
          <a:ln>
            <a:noFill/>
          </a:ln>
        </p:spPr>
      </p:pic>
      <p:pic>
        <p:nvPicPr>
          <p:cNvPr id="291" name="Google Shape;291;p35"/>
          <p:cNvPicPr preferRelativeResize="0"/>
          <p:nvPr/>
        </p:nvPicPr>
        <p:blipFill>
          <a:blip r:embed="rId4">
            <a:alphaModFix/>
          </a:blip>
          <a:stretch>
            <a:fillRect/>
          </a:stretch>
        </p:blipFill>
        <p:spPr>
          <a:xfrm>
            <a:off x="7405650" y="4786315"/>
            <a:ext cx="311105" cy="207025"/>
          </a:xfrm>
          <a:prstGeom prst="rect">
            <a:avLst/>
          </a:prstGeom>
          <a:noFill/>
          <a:ln>
            <a:noFill/>
          </a:ln>
        </p:spPr>
      </p:pic>
      <p:cxnSp>
        <p:nvCxnSpPr>
          <p:cNvPr id="292" name="Google Shape;292;p35"/>
          <p:cNvCxnSpPr/>
          <p:nvPr/>
        </p:nvCxnSpPr>
        <p:spPr>
          <a:xfrm>
            <a:off x="7870759" y="4775325"/>
            <a:ext cx="0" cy="181500"/>
          </a:xfrm>
          <a:prstGeom prst="straightConnector1">
            <a:avLst/>
          </a:prstGeom>
          <a:noFill/>
          <a:ln cap="flat" cmpd="sng" w="9525">
            <a:solidFill>
              <a:srgbClr val="686868"/>
            </a:solidFill>
            <a:prstDash val="solid"/>
            <a:round/>
            <a:headEnd len="med" w="med" type="none"/>
            <a:tailEnd len="med" w="med" type="none"/>
          </a:ln>
        </p:spPr>
      </p:cxnSp>
      <p:sp>
        <p:nvSpPr>
          <p:cNvPr id="293" name="Google Shape;293;p35"/>
          <p:cNvSpPr txBox="1"/>
          <p:nvPr/>
        </p:nvSpPr>
        <p:spPr>
          <a:xfrm>
            <a:off x="457200" y="4782892"/>
            <a:ext cx="3442800" cy="253800"/>
          </a:xfrm>
          <a:prstGeom prst="rect">
            <a:avLst/>
          </a:prstGeom>
          <a:noFill/>
          <a:ln>
            <a:noFill/>
          </a:ln>
        </p:spPr>
        <p:txBody>
          <a:bodyPr anchorCtr="0" anchor="t" bIns="0" lIns="0" spcFirstLastPara="1" rIns="91425" wrap="square" tIns="0">
            <a:noAutofit/>
          </a:bodyPr>
          <a:lstStyle/>
          <a:p>
            <a:pPr indent="0" lvl="0" marL="0" rtl="0" algn="l">
              <a:spcBef>
                <a:spcPts val="0"/>
              </a:spcBef>
              <a:spcAft>
                <a:spcPts val="0"/>
              </a:spcAft>
              <a:buNone/>
            </a:pPr>
            <a:r>
              <a:rPr lang="en" sz="1000">
                <a:solidFill>
                  <a:schemeClr val="dk2"/>
                </a:solidFill>
                <a:latin typeface="Poppins"/>
                <a:ea typeface="Poppins"/>
                <a:cs typeface="Poppins"/>
                <a:sym typeface="Poppins"/>
              </a:rPr>
              <a:t>BETTER TOGETHER</a:t>
            </a:r>
            <a:endParaRPr sz="1000">
              <a:solidFill>
                <a:schemeClr val="dk2"/>
              </a:solidFill>
              <a:latin typeface="Poppins"/>
              <a:ea typeface="Poppins"/>
              <a:cs typeface="Poppins"/>
              <a:sym typeface="Poppins"/>
            </a:endParaRPr>
          </a:p>
        </p:txBody>
      </p:sp>
      <p:cxnSp>
        <p:nvCxnSpPr>
          <p:cNvPr id="294" name="Google Shape;294;p35"/>
          <p:cNvCxnSpPr/>
          <p:nvPr/>
        </p:nvCxnSpPr>
        <p:spPr>
          <a:xfrm>
            <a:off x="372900" y="4706300"/>
            <a:ext cx="8429100" cy="0"/>
          </a:xfrm>
          <a:prstGeom prst="straightConnector1">
            <a:avLst/>
          </a:prstGeom>
          <a:noFill/>
          <a:ln cap="flat" cmpd="sng" w="9525">
            <a:solidFill>
              <a:srgbClr val="48DDCE"/>
            </a:solidFill>
            <a:prstDash val="solid"/>
            <a:round/>
            <a:headEnd len="med" w="med" type="none"/>
            <a:tailEnd len="med" w="med" type="none"/>
          </a:ln>
        </p:spPr>
      </p:cxnSp>
      <p:sp>
        <p:nvSpPr>
          <p:cNvPr id="295" name="Google Shape;295;p35"/>
          <p:cNvSpPr/>
          <p:nvPr/>
        </p:nvSpPr>
        <p:spPr>
          <a:xfrm>
            <a:off x="0" y="0"/>
            <a:ext cx="9144000" cy="70800"/>
          </a:xfrm>
          <a:prstGeom prst="rect">
            <a:avLst/>
          </a:prstGeom>
          <a:solidFill>
            <a:srgbClr val="48DD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6" name="Google Shape;296;p35"/>
          <p:cNvPicPr preferRelativeResize="0"/>
          <p:nvPr/>
        </p:nvPicPr>
        <p:blipFill rotWithShape="1">
          <a:blip r:embed="rId3">
            <a:alphaModFix/>
          </a:blip>
          <a:srcRect b="35199" l="6702" r="1478" t="33453"/>
          <a:stretch/>
        </p:blipFill>
        <p:spPr>
          <a:xfrm>
            <a:off x="7970114" y="4782469"/>
            <a:ext cx="804474" cy="144201"/>
          </a:xfrm>
          <a:prstGeom prst="rect">
            <a:avLst/>
          </a:prstGeom>
          <a:noFill/>
          <a:ln>
            <a:noFill/>
          </a:ln>
        </p:spPr>
      </p:pic>
      <p:pic>
        <p:nvPicPr>
          <p:cNvPr id="297" name="Google Shape;297;p35"/>
          <p:cNvPicPr preferRelativeResize="0"/>
          <p:nvPr/>
        </p:nvPicPr>
        <p:blipFill>
          <a:blip r:embed="rId4">
            <a:alphaModFix/>
          </a:blip>
          <a:stretch>
            <a:fillRect/>
          </a:stretch>
        </p:blipFill>
        <p:spPr>
          <a:xfrm>
            <a:off x="7405650" y="4786315"/>
            <a:ext cx="311105" cy="207025"/>
          </a:xfrm>
          <a:prstGeom prst="rect">
            <a:avLst/>
          </a:prstGeom>
          <a:noFill/>
          <a:ln>
            <a:noFill/>
          </a:ln>
        </p:spPr>
      </p:pic>
      <p:cxnSp>
        <p:nvCxnSpPr>
          <p:cNvPr id="298" name="Google Shape;298;p35"/>
          <p:cNvCxnSpPr/>
          <p:nvPr/>
        </p:nvCxnSpPr>
        <p:spPr>
          <a:xfrm>
            <a:off x="7870759" y="4775325"/>
            <a:ext cx="0" cy="181500"/>
          </a:xfrm>
          <a:prstGeom prst="straightConnector1">
            <a:avLst/>
          </a:prstGeom>
          <a:noFill/>
          <a:ln cap="flat" cmpd="sng" w="9525">
            <a:solidFill>
              <a:srgbClr val="686868"/>
            </a:solidFill>
            <a:prstDash val="solid"/>
            <a:round/>
            <a:headEnd len="med" w="med" type="none"/>
            <a:tailEnd len="med" w="med" type="none"/>
          </a:ln>
        </p:spPr>
      </p:cxnSp>
      <p:cxnSp>
        <p:nvCxnSpPr>
          <p:cNvPr id="299" name="Google Shape;299;p35"/>
          <p:cNvCxnSpPr/>
          <p:nvPr/>
        </p:nvCxnSpPr>
        <p:spPr>
          <a:xfrm>
            <a:off x="372900" y="4706300"/>
            <a:ext cx="8429100" cy="0"/>
          </a:xfrm>
          <a:prstGeom prst="straightConnector1">
            <a:avLst/>
          </a:prstGeom>
          <a:noFill/>
          <a:ln cap="flat" cmpd="sng" w="9525">
            <a:solidFill>
              <a:srgbClr val="48DDCE"/>
            </a:solidFill>
            <a:prstDash val="solid"/>
            <a:round/>
            <a:headEnd len="med" w="med" type="none"/>
            <a:tailEnd len="med" w="med" type="none"/>
          </a:ln>
        </p:spPr>
      </p:cxnSp>
      <p:sp>
        <p:nvSpPr>
          <p:cNvPr id="300" name="Google Shape;300;p35"/>
          <p:cNvSpPr txBox="1"/>
          <p:nvPr>
            <p:ph idx="4294967295" type="title"/>
          </p:nvPr>
        </p:nvSpPr>
        <p:spPr>
          <a:xfrm>
            <a:off x="685800" y="402425"/>
            <a:ext cx="8001000" cy="572700"/>
          </a:xfrm>
          <a:prstGeom prst="rect">
            <a:avLst/>
          </a:prstGeom>
        </p:spPr>
        <p:txBody>
          <a:bodyPr anchorCtr="0" anchor="t" bIns="0" lIns="0" spcFirstLastPara="1" rIns="0" wrap="square" tIns="0">
            <a:normAutofit/>
          </a:bodyPr>
          <a:lstStyle/>
          <a:p>
            <a:pPr indent="0" lvl="0" marL="0" rtl="0" algn="l">
              <a:spcBef>
                <a:spcPts val="0"/>
              </a:spcBef>
              <a:spcAft>
                <a:spcPts val="0"/>
              </a:spcAft>
              <a:buSzPts val="990"/>
              <a:buNone/>
            </a:pPr>
            <a:r>
              <a:rPr b="1" lang="en" sz="2220">
                <a:latin typeface="Poppins"/>
                <a:ea typeface="Poppins"/>
                <a:cs typeface="Poppins"/>
                <a:sym typeface="Poppins"/>
              </a:rPr>
              <a:t>Tech alliance slide.  Before and after workato</a:t>
            </a:r>
            <a:endParaRPr b="1" sz="2220">
              <a:latin typeface="Poppins"/>
              <a:ea typeface="Poppins"/>
              <a:cs typeface="Poppins"/>
              <a:sym typeface="Poppins"/>
            </a:endParaRPr>
          </a:p>
        </p:txBody>
      </p:sp>
      <p:sp>
        <p:nvSpPr>
          <p:cNvPr id="301" name="Google Shape;301;p35"/>
          <p:cNvSpPr txBox="1"/>
          <p:nvPr>
            <p:ph idx="4294967295" type="body"/>
          </p:nvPr>
        </p:nvSpPr>
        <p:spPr>
          <a:xfrm>
            <a:off x="685800" y="966225"/>
            <a:ext cx="7348800" cy="52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Total sale to customer increases when including Workato!</a:t>
            </a:r>
            <a:endParaRPr/>
          </a:p>
        </p:txBody>
      </p:sp>
      <p:pic>
        <p:nvPicPr>
          <p:cNvPr id="302" name="Google Shape;302;p35" title="Points scored"/>
          <p:cNvPicPr preferRelativeResize="0"/>
          <p:nvPr/>
        </p:nvPicPr>
        <p:blipFill>
          <a:blip r:embed="rId5">
            <a:alphaModFix/>
          </a:blip>
          <a:stretch>
            <a:fillRect/>
          </a:stretch>
        </p:blipFill>
        <p:spPr>
          <a:xfrm>
            <a:off x="1818079" y="1569825"/>
            <a:ext cx="4947525" cy="3059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Social media and promotion</a:t>
            </a:r>
            <a:endParaRPr/>
          </a:p>
        </p:txBody>
      </p:sp>
      <p:sp>
        <p:nvSpPr>
          <p:cNvPr id="308" name="Google Shape;308;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LinkedIN copy w/tracked URL</a:t>
            </a:r>
            <a:endParaRPr/>
          </a:p>
          <a:p>
            <a:pPr indent="0" lvl="0" marL="0" rtl="0" algn="l">
              <a:spcBef>
                <a:spcPts val="1200"/>
              </a:spcBef>
              <a:spcAft>
                <a:spcPts val="0"/>
              </a:spcAft>
              <a:buNone/>
            </a:pPr>
            <a:r>
              <a:rPr lang="en"/>
              <a:t>Twitter copy </a:t>
            </a:r>
            <a:r>
              <a:rPr lang="en"/>
              <a:t>w/tracked URL</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Social Graphic</a:t>
            </a:r>
            <a:endParaRPr/>
          </a:p>
          <a:p>
            <a:pPr indent="0" lvl="0" marL="0" rtl="0" algn="l">
              <a:spcBef>
                <a:spcPts val="1200"/>
              </a:spcBef>
              <a:spcAft>
                <a:spcPts val="1200"/>
              </a:spcAft>
              <a:buNone/>
            </a:pPr>
            <a:r>
              <a:t/>
            </a:r>
            <a:endParaRPr/>
          </a:p>
        </p:txBody>
      </p:sp>
      <p:sp>
        <p:nvSpPr>
          <p:cNvPr id="309" name="Google Shape;309;p36"/>
          <p:cNvSpPr/>
          <p:nvPr/>
        </p:nvSpPr>
        <p:spPr>
          <a:xfrm>
            <a:off x="0" y="0"/>
            <a:ext cx="9144000" cy="70800"/>
          </a:xfrm>
          <a:prstGeom prst="rect">
            <a:avLst/>
          </a:prstGeom>
          <a:solidFill>
            <a:srgbClr val="48DD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0" name="Google Shape;310;p36"/>
          <p:cNvPicPr preferRelativeResize="0"/>
          <p:nvPr/>
        </p:nvPicPr>
        <p:blipFill rotWithShape="1">
          <a:blip r:embed="rId3">
            <a:alphaModFix/>
          </a:blip>
          <a:srcRect b="35199" l="6702" r="1478" t="33453"/>
          <a:stretch/>
        </p:blipFill>
        <p:spPr>
          <a:xfrm>
            <a:off x="7970114" y="4782469"/>
            <a:ext cx="804474" cy="144201"/>
          </a:xfrm>
          <a:prstGeom prst="rect">
            <a:avLst/>
          </a:prstGeom>
          <a:noFill/>
          <a:ln>
            <a:noFill/>
          </a:ln>
        </p:spPr>
      </p:pic>
      <p:pic>
        <p:nvPicPr>
          <p:cNvPr id="311" name="Google Shape;311;p36"/>
          <p:cNvPicPr preferRelativeResize="0"/>
          <p:nvPr/>
        </p:nvPicPr>
        <p:blipFill>
          <a:blip r:embed="rId4">
            <a:alphaModFix/>
          </a:blip>
          <a:stretch>
            <a:fillRect/>
          </a:stretch>
        </p:blipFill>
        <p:spPr>
          <a:xfrm>
            <a:off x="7405650" y="4786315"/>
            <a:ext cx="311105" cy="207025"/>
          </a:xfrm>
          <a:prstGeom prst="rect">
            <a:avLst/>
          </a:prstGeom>
          <a:noFill/>
          <a:ln>
            <a:noFill/>
          </a:ln>
        </p:spPr>
      </p:pic>
      <p:cxnSp>
        <p:nvCxnSpPr>
          <p:cNvPr id="312" name="Google Shape;312;p36"/>
          <p:cNvCxnSpPr/>
          <p:nvPr/>
        </p:nvCxnSpPr>
        <p:spPr>
          <a:xfrm>
            <a:off x="7870759" y="4775325"/>
            <a:ext cx="0" cy="181500"/>
          </a:xfrm>
          <a:prstGeom prst="straightConnector1">
            <a:avLst/>
          </a:prstGeom>
          <a:noFill/>
          <a:ln cap="flat" cmpd="sng" w="9525">
            <a:solidFill>
              <a:srgbClr val="686868"/>
            </a:solidFill>
            <a:prstDash val="solid"/>
            <a:round/>
            <a:headEnd len="med" w="med" type="none"/>
            <a:tailEnd len="med" w="med" type="none"/>
          </a:ln>
        </p:spPr>
      </p:cxnSp>
      <p:sp>
        <p:nvSpPr>
          <p:cNvPr id="313" name="Google Shape;313;p36"/>
          <p:cNvSpPr txBox="1"/>
          <p:nvPr/>
        </p:nvSpPr>
        <p:spPr>
          <a:xfrm>
            <a:off x="457200" y="4782892"/>
            <a:ext cx="3442800" cy="253800"/>
          </a:xfrm>
          <a:prstGeom prst="rect">
            <a:avLst/>
          </a:prstGeom>
          <a:noFill/>
          <a:ln>
            <a:noFill/>
          </a:ln>
        </p:spPr>
        <p:txBody>
          <a:bodyPr anchorCtr="0" anchor="t" bIns="0" lIns="0" spcFirstLastPara="1" rIns="91425" wrap="square" tIns="0">
            <a:noAutofit/>
          </a:bodyPr>
          <a:lstStyle/>
          <a:p>
            <a:pPr indent="0" lvl="0" marL="0" rtl="0" algn="l">
              <a:spcBef>
                <a:spcPts val="0"/>
              </a:spcBef>
              <a:spcAft>
                <a:spcPts val="0"/>
              </a:spcAft>
              <a:buNone/>
            </a:pPr>
            <a:r>
              <a:rPr lang="en" sz="1000">
                <a:solidFill>
                  <a:schemeClr val="dk2"/>
                </a:solidFill>
                <a:latin typeface="Poppins"/>
                <a:ea typeface="Poppins"/>
                <a:cs typeface="Poppins"/>
                <a:sym typeface="Poppins"/>
              </a:rPr>
              <a:t>SOCIAL COPY AND GRAPHICS</a:t>
            </a:r>
            <a:endParaRPr sz="1000">
              <a:solidFill>
                <a:schemeClr val="dk2"/>
              </a:solidFill>
              <a:latin typeface="Poppins"/>
              <a:ea typeface="Poppins"/>
              <a:cs typeface="Poppins"/>
              <a:sym typeface="Poppins"/>
            </a:endParaRPr>
          </a:p>
        </p:txBody>
      </p:sp>
      <p:cxnSp>
        <p:nvCxnSpPr>
          <p:cNvPr id="314" name="Google Shape;314;p36"/>
          <p:cNvCxnSpPr/>
          <p:nvPr/>
        </p:nvCxnSpPr>
        <p:spPr>
          <a:xfrm>
            <a:off x="372900" y="4706300"/>
            <a:ext cx="8429100" cy="0"/>
          </a:xfrm>
          <a:prstGeom prst="straightConnector1">
            <a:avLst/>
          </a:prstGeom>
          <a:noFill/>
          <a:ln cap="flat" cmpd="sng" w="9525">
            <a:solidFill>
              <a:srgbClr val="48DDCE"/>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appendix</a:t>
            </a:r>
            <a:endParaRPr/>
          </a:p>
        </p:txBody>
      </p:sp>
      <p:sp>
        <p:nvSpPr>
          <p:cNvPr id="320" name="Google Shape;320;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Sales win slides</a:t>
            </a:r>
            <a:endParaRPr/>
          </a:p>
        </p:txBody>
      </p:sp>
      <p:sp>
        <p:nvSpPr>
          <p:cNvPr id="326" name="Google Shape;326;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32" name="Google Shape;332;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33" name="Google Shape;333;p39"/>
          <p:cNvPicPr preferRelativeResize="0"/>
          <p:nvPr/>
        </p:nvPicPr>
        <p:blipFill>
          <a:blip r:embed="rId3">
            <a:alphaModFix/>
          </a:blip>
          <a:stretch>
            <a:fillRect/>
          </a:stretch>
        </p:blipFill>
        <p:spPr>
          <a:xfrm>
            <a:off x="168201" y="0"/>
            <a:ext cx="8807598"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39" name="Google Shape;339;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40" name="Google Shape;340;p40"/>
          <p:cNvPicPr preferRelativeResize="0"/>
          <p:nvPr/>
        </p:nvPicPr>
        <p:blipFill>
          <a:blip r:embed="rId3">
            <a:alphaModFix/>
          </a:blip>
          <a:stretch>
            <a:fillRect/>
          </a:stretch>
        </p:blipFill>
        <p:spPr>
          <a:xfrm>
            <a:off x="168201" y="0"/>
            <a:ext cx="8807598"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46" name="Google Shape;346;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47" name="Google Shape;347;p41"/>
          <p:cNvPicPr preferRelativeResize="0"/>
          <p:nvPr/>
        </p:nvPicPr>
        <p:blipFill>
          <a:blip r:embed="rId3">
            <a:alphaModFix/>
          </a:blip>
          <a:stretch>
            <a:fillRect/>
          </a:stretch>
        </p:blipFill>
        <p:spPr>
          <a:xfrm>
            <a:off x="0" y="6520"/>
            <a:ext cx="9144000" cy="513045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